
<file path=[Content_Types].xml><?xml version="1.0" encoding="utf-8"?>
<ct:Types xmlns:ct="http://schemas.openxmlformats.org/package/2006/content-types">
  <ct:Default Extension="xml" ContentType="application/vnd.openxmlformats-package.core-properties+xml"/>
  <ct:Default Extension="png" ContentType="image/png"/>
  <ct:Default Extension="rels" ContentType="application/vnd.openxmlformats-package.relationships+xml"/>
  <ct:Override PartName="/docProps/app.xml" ContentType="application/vnd.openxmlformats-officedocument.extended-properties+xml"/>
  <ct:Override PartName="/ppt/presentation.xml" ContentType="application/vnd.openxmlformats-officedocument.presentationml.presentation.main+xml"/>
  <ct:Override PartName="/ppt/slideMasters/slideMaster1.xml" ContentType="application/vnd.openxmlformats-officedocument.presentationml.slideMaster+xml"/>
  <ct:Override PartName="/ppt/theme/theme1.xml" ContentType="application/vnd.openxmlformats-officedocument.theme+xml"/>
  <ct:Override PartName="/ppt/notesMasters/notesMaster1.xml" ContentType="application/vnd.openxmlformats-officedocument.presentationml.notesMaster+xml"/>
  <ct:Override PartName="/ppt/notesMasters/theme/theme2.xml" ContentType="application/vnd.openxmlformats-officedocument.theme+xml"/>
  <ct:Override PartName="/ppt/presProps.xml" ContentType="application/vnd.openxmlformats-officedocument.presentationml.presProps+xml"/>
  <ct:Override PartName="/ppt/viewProps.xml" ContentType="application/vnd.openxmlformats-officedocument.presentationml.viewProps+xml"/>
  <ct:Override PartName="/ppt/tableStyles.xml" ContentType="application/vnd.openxmlformats-officedocument.presentationml.tableStyles+xml"/>
  <ct:Override PartName="/ppt/slideLayouts/slideLayout2.xml" ContentType="application/vnd.openxmlformats-officedocument.presentationml.slideLayout+xml"/>
  <ct:Override PartName="/ppt/slides/slide1.xml" ContentType="application/vnd.openxmlformats-officedocument.presentationml.slide+xml"/>
  <ct:Override PartName="/ppt/notesSlides/notesSlide1.xml" ContentType="application/vnd.openxmlformats-officedocument.presentationml.notesSlide+xml"/>
  <ct:Override PartName="/ppt/slides/slide2.xml" ContentType="application/vnd.openxmlformats-officedocument.presentationml.slide+xml"/>
  <ct:Override PartName="/ppt/notesSlides/notesSlide2.xml" ContentType="application/vnd.openxmlformats-officedocument.presentationml.notesSlide+xml"/>
  <ct:Override PartName="/ppt/slides/slide3.xml" ContentType="application/vnd.openxmlformats-officedocument.presentationml.slide+xml"/>
  <ct:Override PartName="/ppt/notesSlides/notesSlide3.xml" ContentType="application/vnd.openxmlformats-officedocument.presentationml.notesSlide+xml"/>
  <ct:Override PartName="/ppt/slides/slide4.xml" ContentType="application/vnd.openxmlformats-officedocument.presentationml.slide+xml"/>
  <ct:Override PartName="/ppt/notesSlides/notesSlide4.xml" ContentType="application/vnd.openxmlformats-officedocument.presentationml.notesSlide+xml"/>
  <ct:Override PartName="/ppt/slides/slide5.xml" ContentType="application/vnd.openxmlformats-officedocument.presentationml.slide+xml"/>
  <ct:Override PartName="/ppt/notesSlides/notesSlide5.xml" ContentType="application/vnd.openxmlformats-officedocument.presentationml.notesSlide+xml"/>
  <ct:Override PartName="/ppt/slides/slide6.xml" ContentType="application/vnd.openxmlformats-officedocument.presentationml.slide+xml"/>
  <ct:Override PartName="/ppt/notesSlides/notesSlide6.xml" ContentType="application/vnd.openxmlformats-officedocument.presentationml.notesSlide+xml"/>
  <ct:Override PartName="/ppt/slides/slide7.xml" ContentType="application/vnd.openxmlformats-officedocument.presentationml.slide+xml"/>
  <ct:Override PartName="/ppt/notesSlides/notesSlide7.xml" ContentType="application/vnd.openxmlformats-officedocument.presentationml.notesSlide+xml"/>
  <ct:Override PartName="/ppt/slides/slide8.xml" ContentType="application/vnd.openxmlformats-officedocument.presentationml.slide+xml"/>
  <ct:Override PartName="/ppt/notesSlides/notesSlide8.xml" ContentType="application/vnd.openxmlformats-officedocument.presentationml.notesSlide+xml"/>
  <ct:Override PartName="/ppt/slides/slide9.xml" ContentType="application/vnd.openxmlformats-officedocument.presentationml.slide+xml"/>
  <ct:Override PartName="/ppt/notesSlides/notesSlide9.xml" ContentType="application/vnd.openxmlformats-officedocument.presentationml.notesSlide+xml"/>
  <ct:Override PartName="/ppt/slides/slide10.xml" ContentType="application/vnd.openxmlformats-officedocument.presentationml.slide+xml"/>
  <ct:Override PartName="/ppt/notesSlides/notesSlide10.xml" ContentType="application/vnd.openxmlformats-officedocument.presentationml.notesSlide+xml"/>
</ct:Types>
</file>

<file path=_rels/.rels><?xml version='1.0' encoding='utf-8'?>
<rels:Relationships xmlns:rels="http://schemas.openxmlformats.org/package/2006/relationships"><rels:Relationship Type="http://schemas.openxmlformats.org/package/2006/relationships/metadata/core-properties" Target="../docProps/core.xml" Id="Rf127408b29cb4321" /><rels:Relationship Type="http://schemas.openxmlformats.org/officeDocument/2006/relationships/extended-properties" Target="../docProps/app.xml" Id="R0b409648a2954115" /><rels:Relationship Type="http://schemas.openxmlformats.org/officeDocument/2006/relationships/officeDocument" Target="../ppt/presentation.xml" Id="R5fe2a89a2cdb4317" /></rels: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509f4f1f4a488c"/>
  </p:sldMasterIdLst>
  <p:notesMasterIdLst>
    <p:notesMasterId xmlns:r="http://schemas.openxmlformats.org/officeDocument/2006/relationships" r:id="R3f91e6402e7a4397"/>
  </p:notesMasterIdLst>
  <p:sldIdLst>
    <p:sldId xmlns:r="http://schemas.openxmlformats.org/officeDocument/2006/relationships" id="256" r:id="Rf087b7a0494b46cf"/>
    <p:sldId xmlns:r="http://schemas.openxmlformats.org/officeDocument/2006/relationships" id="257" r:id="Rdeb9e7c2c3364f85"/>
    <p:sldId xmlns:r="http://schemas.openxmlformats.org/officeDocument/2006/relationships" id="258" r:id="R5be649408a034b27"/>
    <p:sldId xmlns:r="http://schemas.openxmlformats.org/officeDocument/2006/relationships" id="259" r:id="R65e945cada614b67"/>
    <p:sldId xmlns:r="http://schemas.openxmlformats.org/officeDocument/2006/relationships" id="260" r:id="Rfdae1584f9e044e0"/>
    <p:sldId xmlns:r="http://schemas.openxmlformats.org/officeDocument/2006/relationships" id="261" r:id="R815d941a91d84780"/>
    <p:sldId xmlns:r="http://schemas.openxmlformats.org/officeDocument/2006/relationships" id="262" r:id="Rc615d77257464f0b"/>
    <p:sldId xmlns:r="http://schemas.openxmlformats.org/officeDocument/2006/relationships" id="263" r:id="Rd6c6785dcd924581"/>
    <p:sldId xmlns:r="http://schemas.openxmlformats.org/officeDocument/2006/relationships" id="264" r:id="R914963ab41cf409f"/>
    <p:sldId xmlns:r="http://schemas.openxmlformats.org/officeDocument/2006/relationships" id="265" r:id="Rac61b59624224ca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<?xml version='1.0' encoding='utf-8'?>
<rels:Relationships xmlns:rels="http://schemas.openxmlformats.org/package/2006/relationships"><rels:Relationship Type="http://schemas.openxmlformats.org/officeDocument/2006/relationships/slideMaster" Target="slideMasters/slideMaster1.xml" Id="R24509f4f1f4a488c" /><rels:Relationship Type="http://schemas.openxmlformats.org/officeDocument/2006/relationships/theme" Target="theme/theme1.xml" Id="R4bb26338f77c45c3" /><rels:Relationship Type="http://schemas.openxmlformats.org/officeDocument/2006/relationships/notesMaster" Target="notesMasters/notesMaster1.xml" Id="R3f91e6402e7a4397" /><rels:Relationship Type="http://schemas.openxmlformats.org/officeDocument/2006/relationships/presProps" Target="presProps.xml" Id="Red3c60211a714d90" /><rels:Relationship Type="http://schemas.openxmlformats.org/officeDocument/2006/relationships/viewProps" Target="viewProps.xml" Id="R8a453f2affed4bd2" /><rels:Relationship Type="http://schemas.openxmlformats.org/officeDocument/2006/relationships/tableStyles" Target="tableStyles.xml" Id="R8c3a7174e6b24ffc" /><rels:Relationship Type="http://schemas.openxmlformats.org/officeDocument/2006/relationships/slide" Target="slides/slide1.xml" Id="Rf087b7a0494b46cf" /><rels:Relationship Type="http://schemas.openxmlformats.org/officeDocument/2006/relationships/slide" Target="slides/slide2.xml" Id="Rdeb9e7c2c3364f85" /><rels:Relationship Type="http://schemas.openxmlformats.org/officeDocument/2006/relationships/slide" Target="slides/slide3.xml" Id="R5be649408a034b27" /><rels:Relationship Type="http://schemas.openxmlformats.org/officeDocument/2006/relationships/slide" Target="slides/slide4.xml" Id="R65e945cada614b67" /><rels:Relationship Type="http://schemas.openxmlformats.org/officeDocument/2006/relationships/slide" Target="slides/slide5.xml" Id="Rfdae1584f9e044e0" /><rels:Relationship Type="http://schemas.openxmlformats.org/officeDocument/2006/relationships/slide" Target="slides/slide6.xml" Id="R815d941a91d84780" /><rels:Relationship Type="http://schemas.openxmlformats.org/officeDocument/2006/relationships/slide" Target="slides/slide7.xml" Id="Rc615d77257464f0b" /><rels:Relationship Type="http://schemas.openxmlformats.org/officeDocument/2006/relationships/slide" Target="slides/slide8.xml" Id="Rd6c6785dcd924581" /><rels:Relationship Type="http://schemas.openxmlformats.org/officeDocument/2006/relationships/slide" Target="slides/slide9.xml" Id="R914963ab41cf409f" /><rels:Relationship Type="http://schemas.openxmlformats.org/officeDocument/2006/relationships/slide" Target="slides/slide10.xml" Id="Rac61b59624224cae" /></rels:Relationships>
</file>

<file path=ppt/notesMasters/_rels/notesMaster1.xml.rels><?xml version='1.0' encoding='utf-8'?>
<rels:Relationships xmlns:rels="http://schemas.openxmlformats.org/package/2006/relationships"><rels:Relationship Type="http://schemas.openxmlformats.org/officeDocument/2006/relationships/theme" Target="theme/theme2.xml" Id="Rd393040735fe4c1c" /></rels: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?>
<rels:Relationships xmlns:rels="http://schemas.openxmlformats.org/package/2006/relationships"><rels:Relationship Type="http://schemas.openxmlformats.org/officeDocument/2006/relationships/slide" Target="../slides/slide1.xml" Id="Rc249d9ff2a4943da" /><rels:Relationship Type="http://schemas.openxmlformats.org/officeDocument/2006/relationships/notesMaster" Target="../notesMasters/notesMaster1.xml" Id="R5c9956e7322f4a30" /></rels:Relationships>
</file>

<file path=ppt/notesSlides/_rels/notesSlide2.xml.rels><?xml version='1.0' encoding='utf-8'?>
<rels:Relationships xmlns:rels="http://schemas.openxmlformats.org/package/2006/relationships"><rels:Relationship Type="http://schemas.openxmlformats.org/officeDocument/2006/relationships/slide" Target="../slides/slide2.xml" Id="R93fcc09affdf41d9" /><rels:Relationship Type="http://schemas.openxmlformats.org/officeDocument/2006/relationships/notesMaster" Target="../notesMasters/notesMaster1.xml" Id="R85a628ca5fad4321" /></rels:Relationships>
</file>

<file path=ppt/notesSlides/_rels/notesSlide3.xml.rels><?xml version='1.0' encoding='utf-8'?>
<rels:Relationships xmlns:rels="http://schemas.openxmlformats.org/package/2006/relationships"><rels:Relationship Type="http://schemas.openxmlformats.org/officeDocument/2006/relationships/slide" Target="../slides/slide3.xml" Id="R24c6350968b54dd8" /><rels:Relationship Type="http://schemas.openxmlformats.org/officeDocument/2006/relationships/notesMaster" Target="../notesMasters/notesMaster1.xml" Id="R343ead43e4cd46f0" /></rels:Relationships>
</file>

<file path=ppt/notesSlides/_rels/notesSlide4.xml.rels><?xml version='1.0' encoding='utf-8'?>
<rels:Relationships xmlns:rels="http://schemas.openxmlformats.org/package/2006/relationships"><rels:Relationship Type="http://schemas.openxmlformats.org/officeDocument/2006/relationships/slide" Target="../slides/slide4.xml" Id="R40ccb39e45c04963" /><rels:Relationship Type="http://schemas.openxmlformats.org/officeDocument/2006/relationships/notesMaster" Target="../notesMasters/notesMaster1.xml" Id="Rc8b9742d0a9a432b" /></rels:Relationships>
</file>

<file path=ppt/notesSlides/_rels/notesSlide5.xml.rels><?xml version='1.0' encoding='utf-8'?>
<rels:Relationships xmlns:rels="http://schemas.openxmlformats.org/package/2006/relationships"><rels:Relationship Type="http://schemas.openxmlformats.org/officeDocument/2006/relationships/slide" Target="../slides/slide5.xml" Id="Rd9a7fa033a3b4355" /><rels:Relationship Type="http://schemas.openxmlformats.org/officeDocument/2006/relationships/notesMaster" Target="../notesMasters/notesMaster1.xml" Id="R8a98056766da4b0d" /></rels:Relationships>
</file>

<file path=ppt/notesSlides/_rels/notesSlide6.xml.rels><?xml version='1.0' encoding='utf-8'?>
<rels:Relationships xmlns:rels="http://schemas.openxmlformats.org/package/2006/relationships"><rels:Relationship Type="http://schemas.openxmlformats.org/officeDocument/2006/relationships/slide" Target="../slides/slide6.xml" Id="Racb46f9f43c24d5d" /><rels:Relationship Type="http://schemas.openxmlformats.org/officeDocument/2006/relationships/notesMaster" Target="../notesMasters/notesMaster1.xml" Id="Rbf60c87b04c64560" /></rels:Relationships>
</file>

<file path=ppt/notesSlides/_rels/notesSlide7.xml.rels><?xml version='1.0' encoding='utf-8'?>
<rels:Relationships xmlns:rels="http://schemas.openxmlformats.org/package/2006/relationships"><rels:Relationship Type="http://schemas.openxmlformats.org/officeDocument/2006/relationships/slide" Target="../slides/slide7.xml" Id="R9fb47459851a4b05" /><rels:Relationship Type="http://schemas.openxmlformats.org/officeDocument/2006/relationships/notesMaster" Target="../notesMasters/notesMaster1.xml" Id="Rfca9faf324e04402" /></rels:Relationships>
</file>

<file path=ppt/notesSlides/_rels/notesSlide8.xml.rels><?xml version='1.0' encoding='utf-8'?>
<rels:Relationships xmlns:rels="http://schemas.openxmlformats.org/package/2006/relationships"><rels:Relationship Type="http://schemas.openxmlformats.org/officeDocument/2006/relationships/slide" Target="../slides/slide8.xml" Id="R03c6655a0e7c4836" /><rels:Relationship Type="http://schemas.openxmlformats.org/officeDocument/2006/relationships/notesMaster" Target="../notesMasters/notesMaster1.xml" Id="R9213660bf5c248eb" /></rels:Relationships>
</file>

<file path=ppt/notesSlides/_rels/notesSlide9.xml.rels><?xml version='1.0' encoding='utf-8'?>
<rels:Relationships xmlns:rels="http://schemas.openxmlformats.org/package/2006/relationships"><rels:Relationship Type="http://schemas.openxmlformats.org/officeDocument/2006/relationships/slide" Target="../slides/slide9.xml" Id="Rc1250dd39b174259" /><rels:Relationship Type="http://schemas.openxmlformats.org/officeDocument/2006/relationships/notesMaster" Target="../notesMasters/notesMaster1.xml" Id="Re9ac72d2224a4601" /></rels:Relationships>
</file>

<file path=ppt/notesSlides/_rels/notesSlide10.xml.rels><?xml version='1.0' encoding='utf-8'?>
<rels:Relationships xmlns:rels="http://schemas.openxmlformats.org/package/2006/relationships"><rels:Relationship Type="http://schemas.openxmlformats.org/officeDocument/2006/relationships/slide" Target="../slides/slide10.xml" Id="Re1332c9c5a0743b0" /><rels:Relationship Type="http://schemas.openxmlformats.org/officeDocument/2006/relationships/notesMaster" Target="../notesMasters/notesMaster1.xml" Id="R0f9b4fcc3d8b4f64" /></rels: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<?xml version='1.0' encoding='utf-8'?>
<rels:Relationships xmlns:rels="http://schemas.openxmlformats.org/package/2006/relationships"><rels:Relationship Type="http://schemas.openxmlformats.org/officeDocument/2006/relationships/slideMaster" Target="../slideMasters/slideMaster1.xml" Id="R9efdcd5656cd4033" /></rels: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?>
<rels:Relationships xmlns:rels="http://schemas.openxmlformats.org/package/2006/relationships"><rels:Relationship Type="http://schemas.openxmlformats.org/officeDocument/2006/relationships/theme" Target="../theme/theme1.xml" Id="R314cdc91c83a4818" /><rels:Relationship Type="http://schemas.openxmlformats.org/officeDocument/2006/relationships/slideLayout" Target="../slideLayouts/slideLayout2.xml" Id="R2bbdf898493e44b5" /></rels: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bdf898493e44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?>
<rels:Relationships xmlns:rels="http://schemas.openxmlformats.org/package/2006/relationships"><rels:Relationship Type="http://schemas.openxmlformats.org/officeDocument/2006/relationships/slideLayout" Target="../slideLayouts/slideLayout2.xml" Id="R1539504eb5e54484" /><rels:Relationship Type="http://schemas.openxmlformats.org/officeDocument/2006/relationships/image" Target="../media/image.png" Id="R911d8f9ea8a8492b" /><rels:Relationship Type="http://schemas.openxmlformats.org/officeDocument/2006/relationships/image" Target="../media/image2.png" Id="Re540c92c95ae4ace" /><rels:Relationship Type="http://schemas.openxmlformats.org/officeDocument/2006/relationships/image" Target="../media/image3.png" Id="Rd9ba0c6df5234bb7" /><rels:Relationship Type="http://schemas.openxmlformats.org/officeDocument/2006/relationships/image" Target="../media/image4.png" Id="Rfa80041a6aa941e9" /><rels:Relationship Type="http://schemas.openxmlformats.org/officeDocument/2006/relationships/notesSlide" Target="../notesSlides/notesSlide1.xml" Id="R9d179235c3f14e05" /></rels:Relationships>
</file>

<file path=ppt/slides/_rels/slide2.xml.rels><?xml version='1.0' encoding='utf-8'?>
<rels:Relationships xmlns:rels="http://schemas.openxmlformats.org/package/2006/relationships"><rels:Relationship Type="http://schemas.openxmlformats.org/officeDocument/2006/relationships/slideLayout" Target="../slideLayouts/slideLayout2.xml" Id="Rdd42032ca7c54cbb" /><rels:Relationship Type="http://schemas.openxmlformats.org/officeDocument/2006/relationships/image" Target="../media/image5.png" Id="Rf230bf3ac782434e" /><rels:Relationship Type="http://schemas.openxmlformats.org/officeDocument/2006/relationships/image" Target="../media/image6.png" Id="Rb232fd5ef895470b" /><rels:Relationship Type="http://schemas.openxmlformats.org/officeDocument/2006/relationships/image" Target="../media/image7.png" Id="Rd06c9b68ed4049c6" /><rels:Relationship Type="http://schemas.openxmlformats.org/officeDocument/2006/relationships/notesSlide" Target="../notesSlides/notesSlide2.xml" Id="R5e2a3b9fd6194e0b" /></rels:Relationships>
</file>

<file path=ppt/slides/_rels/slide3.xml.rels><?xml version='1.0' encoding='utf-8'?>
<rels:Relationships xmlns:rels="http://schemas.openxmlformats.org/package/2006/relationships"><rels:Relationship Type="http://schemas.openxmlformats.org/officeDocument/2006/relationships/slideLayout" Target="../slideLayouts/slideLayout2.xml" Id="R9969de22069040f5" /><rels:Relationship Type="http://schemas.openxmlformats.org/officeDocument/2006/relationships/notesSlide" Target="../notesSlides/notesSlide3.xml" Id="R43932f5cd2404e8c" /></rels:Relationships>
</file>

<file path=ppt/slides/_rels/slide4.xml.rels><?xml version='1.0' encoding='utf-8'?>
<rels:Relationships xmlns:rels="http://schemas.openxmlformats.org/package/2006/relationships"><rels:Relationship Type="http://schemas.openxmlformats.org/officeDocument/2006/relationships/slideLayout" Target="../slideLayouts/slideLayout2.xml" Id="R18c0c5aa056443e2" /><rels:Relationship Type="http://schemas.openxmlformats.org/officeDocument/2006/relationships/notesSlide" Target="../notesSlides/notesSlide4.xml" Id="Rb9343fc7ccd041b3" /></rels:Relationships>
</file>

<file path=ppt/slides/_rels/slide5.xml.rels><?xml version='1.0' encoding='utf-8'?>
<rels:Relationships xmlns:rels="http://schemas.openxmlformats.org/package/2006/relationships"><rels:Relationship Type="http://schemas.openxmlformats.org/officeDocument/2006/relationships/slideLayout" Target="../slideLayouts/slideLayout2.xml" Id="Ree49cf104bde49d9" /><rels:Relationship Type="http://schemas.openxmlformats.org/officeDocument/2006/relationships/notesSlide" Target="../notesSlides/notesSlide5.xml" Id="R89410b576da84203" /></rels:Relationships>
</file>

<file path=ppt/slides/_rels/slide6.xml.rels><?xml version='1.0' encoding='utf-8'?>
<rels:Relationships xmlns:rels="http://schemas.openxmlformats.org/package/2006/relationships"><rels:Relationship Type="http://schemas.openxmlformats.org/officeDocument/2006/relationships/slideLayout" Target="../slideLayouts/slideLayout2.xml" Id="Rb0087090f3a04366" /><rels:Relationship Type="http://schemas.openxmlformats.org/officeDocument/2006/relationships/notesSlide" Target="../notesSlides/notesSlide6.xml" Id="R15bbe12455c842f1" /></rels:Relationships>
</file>

<file path=ppt/slides/_rels/slide7.xml.rels><?xml version='1.0' encoding='utf-8'?>
<rels:Relationships xmlns:rels="http://schemas.openxmlformats.org/package/2006/relationships"><rels:Relationship Type="http://schemas.openxmlformats.org/officeDocument/2006/relationships/slideLayout" Target="../slideLayouts/slideLayout2.xml" Id="R48ee84b844a64c56" /><rels:Relationship Type="http://schemas.openxmlformats.org/officeDocument/2006/relationships/notesSlide" Target="../notesSlides/notesSlide7.xml" Id="R3f9dcd732de446e8" /></rels:Relationships>
</file>

<file path=ppt/slides/_rels/slide8.xml.rels><?xml version='1.0' encoding='utf-8'?>
<rels:Relationships xmlns:rels="http://schemas.openxmlformats.org/package/2006/relationships"><rels:Relationship Type="http://schemas.openxmlformats.org/officeDocument/2006/relationships/slideLayout" Target="../slideLayouts/slideLayout2.xml" Id="Re97582b3871d4f88" /><rels:Relationship Type="http://schemas.openxmlformats.org/officeDocument/2006/relationships/notesSlide" Target="../notesSlides/notesSlide8.xml" Id="R9f9309eca7df4222" /></rels:Relationships>
</file>

<file path=ppt/slides/_rels/slide9.xml.rels><?xml version='1.0' encoding='utf-8'?>
<rels:Relationships xmlns:rels="http://schemas.openxmlformats.org/package/2006/relationships"><rels:Relationship Type="http://schemas.openxmlformats.org/officeDocument/2006/relationships/slideLayout" Target="../slideLayouts/slideLayout2.xml" Id="Rd1f069ad96cd4d74" /><rels:Relationship Type="http://schemas.openxmlformats.org/officeDocument/2006/relationships/notesSlide" Target="../notesSlides/notesSlide9.xml" Id="Rdca5117e5b3f45c2" /></rels:Relationships>
</file>

<file path=ppt/slides/_rels/slide10.xml.rels><?xml version='1.0' encoding='utf-8'?>
<rels:Relationships xmlns:rels="http://schemas.openxmlformats.org/package/2006/relationships"><rels:Relationship Type="http://schemas.openxmlformats.org/officeDocument/2006/relationships/slideLayout" Target="../slideLayouts/slideLayout2.xml" Id="R9d5cc686825d49ce" /><rels:Relationship Type="http://schemas.openxmlformats.org/officeDocument/2006/relationships/notesSlide" Target="../notesSlides/notesSlide10.xml" Id="R070425d18e70437a" /></rels: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2" name="Rectangle 7">
            <a:extLst>
              <a:ext uri="{FF2B5EF4-FFF2-40B4-BE49-F238E27FC236}">
                <ns2:creationId id="{F4463DB3-F2EF-41DE-A2B2-030B7E6EB35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1">
            <a:extLst>
              <a:ext uri="{FF2B5EF4-FFF2-40B4-BE49-F238E27FC236}">
                <ns2:creationId id="{EDFDF9D7-9536-4AC9-8279-B5F8A715755D}"/>
              </a:ext>
            </a:extLst>
          </p:cNvPr>
          <p:cNvSpPr>
            <a:spLocks noGrp="1"/>
          </p:cNvSpPr>
          <p:nvPr/>
        </p:nvSpPr>
        <p:spPr>
          <a:xfrm>
            <a:off x="666750" y="914400"/>
            <a:ext cx="76200" cy="1219200"/>
          </a:xfrm>
          <a:prstGeom prst="rect">
            <a:avLst/>
          </a:prstGeom>
          <a:solidFill>
            <a:srgbClr val="6A4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2">
            <a:extLst>
              <a:ext uri="{FF2B5EF4-FFF2-40B4-BE49-F238E27FC236}">
                <ns2:creationId id="{4EB8C023-3CCB-47EE-8246-15BFB459AAF8}"/>
              </a:ext>
            </a:extLst>
          </p:cNvPr>
          <p:cNvSpPr>
            <a:spLocks noGrp="1"/>
          </p:cNvSpPr>
          <p:nvPr/>
        </p:nvSpPr>
        <p:spPr>
          <a:xfrm>
            <a:off x="914400" y="819150"/>
            <a:ext cx="7429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63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363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Cloud Email Analyzer</a:t>
            </a:r>
          </a:p>
        </p:txBody>
      </p:sp>
      <p:sp>
        <p:nvSpPr>
          <p:cNvPr id="5" name="Rectangle 3">
            <a:extLst>
              <a:ext uri="{FF2B5EF4-FFF2-40B4-BE49-F238E27FC236}">
                <ns2:creationId id="{91708BA4-1714-40F6-B7FC-EDDDE191548E}"/>
              </a:ext>
            </a:extLst>
          </p:cNvPr>
          <p:cNvSpPr>
            <a:spLocks noGrp="1"/>
          </p:cNvSpPr>
          <p:nvPr/>
        </p:nvSpPr>
        <p:spPr>
          <a:xfrm>
            <a:off x="933450" y="1390650"/>
            <a:ext cx="7334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Serverless Email Threat Detection with AWS, ML, and ClamAV</a:t>
            </a:r>
          </a:p>
        </p:txBody>
      </p:sp>
      <p:sp>
        <p:nvSpPr>
          <p:cNvPr id="6" name="Rectangle 4">
            <a:extLst>
              <a:ext uri="{FF2B5EF4-FFF2-40B4-BE49-F238E27FC236}">
                <ns2:creationId id="{13CB1C23-FE5A-4B6B-973E-9C4EF1CED090}"/>
              </a:ext>
            </a:extLst>
          </p:cNvPr>
          <p:cNvSpPr>
            <a:spLocks noGrp="1"/>
          </p:cNvSpPr>
          <p:nvPr/>
        </p:nvSpPr>
        <p:spPr>
          <a:xfrm>
            <a:off x="933450" y="2457450"/>
            <a:ext cx="781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Andreescu Ovidiu-Ștefan · Anghelea Andrei · Sîrbu-Boeți Eduard-Cristian</a:t>
            </a:r>
          </a:p>
        </p:txBody>
      </p:sp>
      <p:sp>
        <p:nvSpPr>
          <p:cNvPr id="7" name="Rectangle 5">
            <a:extLst>
              <a:ext uri="{FF2B5EF4-FFF2-40B4-BE49-F238E27FC236}">
                <ns2:creationId id="{87A7365B-B13D-4CE5-A43A-46D014CE0D3C}"/>
              </a:ext>
            </a:extLst>
          </p:cNvPr>
          <p:cNvSpPr>
            <a:spLocks noGrp="1"/>
          </p:cNvSpPr>
          <p:nvPr/>
        </p:nvSpPr>
        <p:spPr>
          <a:xfrm>
            <a:off x="933450" y="2800350"/>
            <a:ext cx="6858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Coordinator: Prof. dr. ing. Andrei VASILĂŢEANU, DILS</a:t>
            </a:r>
          </a:p>
        </p:txBody>
      </p:sp>
      <p:sp>
        <p:nvSpPr>
          <p:cNvPr id="8" name="Rectangle 6">
            <a:extLst>
              <a:ext uri="{FF2B5EF4-FFF2-40B4-BE49-F238E27FC236}">
                <ns2:creationId id="{E59C0743-15E2-420C-AC43-A89A9DC664B6}"/>
              </a:ext>
            </a:extLst>
          </p:cNvPr>
          <p:cNvSpPr>
            <a:spLocks noGrp="1"/>
          </p:cNvSpPr>
          <p:nvPr/>
        </p:nvSpPr>
        <p:spPr>
          <a:xfrm>
            <a:off x="933450" y="3086100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FILS · IOT 1241EC · POLITEHNICA Bucharest</a:t>
            </a:r>
          </a:p>
        </p:txBody>
      </p:sp>
      <p:sp>
        <p:nvSpPr>
          <p:cNvPr id="9" name="">
            <a:extLst>
              <a:ext uri="{FF2B5EF4-FFF2-40B4-BE49-F238E27FC236}">
                <ns2:creationId id="{7BA0EB0B-9C28-42AF-B530-A786926A466B}"/>
              </a:ext>
            </a:extLst>
          </p:cNvPr>
          <p:cNvSpPr>
            <a:spLocks noGrp="1"/>
          </p:cNvSpPr>
          <p:nvPr/>
        </p:nvSpPr>
        <p:spPr>
          <a:xfrm>
            <a:off x="7783830" y="1037082"/>
            <a:ext cx="2857500" cy="2571750"/>
          </a:xfrm>
          <a:prstGeom prst="rect">
            <a:avLst/>
          </a:prstGeom>
          <a:solidFill>
            <a:srgbClr val="FFFFFF"/>
          </a:solidFill>
          <a:ln w="23813">
            <a:solidFill>
              <a:srgbClr val="D6E1F0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13F6F6A9-3541-4AB4-97DC-45C6A3CD7798}"/>
              </a:ext>
            </a:extLst>
          </p:cNvPr>
          <p:cNvSpPr>
            <a:spLocks noGrp="1"/>
          </p:cNvSpPr>
          <p:nvPr/>
        </p:nvSpPr>
        <p:spPr>
          <a:xfrm>
            <a:off x="8660130" y="1265682"/>
            <a:ext cx="1104900" cy="1104900"/>
          </a:xfrm>
          <a:prstGeom prst="rect">
            <a:avLst/>
          </a:prstGeom>
          <a:solidFill>
            <a:srgbClr val="F4F1FF"/>
          </a:solidFill>
          <a:ln w="23813">
            <a:solidFill>
              <a:srgbClr val="D6E1F0"/>
            </a:solidFill>
            <a:prstDash val="solid"/>
          </a:ln>
        </p:spPr>
      </p:sp>
      <p:pic>
        <p:nvPicPr>
          <p:cNvPr id="11" name=""/>
          <p:cNvPicPr>
            <a:picLocks noChangeAspect="1"/>
          </p:cNvPicPr>
          <p:nvPr/>
        </p:nvPicPr>
        <p:blipFill>
          <a:blip r:embed="R911d8f9ea8a8492b"/>
          <a:stretch/>
        </p:blipFill>
        <p:spPr>
          <a:xfrm>
            <a:off x="8888730" y="1551432"/>
            <a:ext cx="647700" cy="647700"/>
          </a:xfrm>
          <a:prstGeom prst="rect">
            <a:avLst/>
          </a:prstGeom>
        </p:spPr>
      </p:pic>
      <p:sp>
        <p:nvSpPr>
          <p:cNvPr id="12" name="">
            <a:extLst>
              <a:ext uri="{FF2B5EF4-FFF2-40B4-BE49-F238E27FC236}">
                <ns2:creationId id="{F7C5DB31-4CCC-4F27-A9DF-2216DE8BFB35}"/>
              </a:ext>
            </a:extLst>
          </p:cNvPr>
          <p:cNvSpPr>
            <a:spLocks noGrp="1"/>
          </p:cNvSpPr>
          <p:nvPr/>
        </p:nvSpPr>
        <p:spPr>
          <a:xfrm>
            <a:off x="8822055" y="3084957"/>
            <a:ext cx="95250" cy="0"/>
          </a:xfrm>
          <a:prstGeom prst="line">
            <a:avLst/>
          </a:prstGeom>
          <a:solidFill>
            <a:srgbClr val="000000">
              <a:alpha val="0"/>
            </a:srgbClr>
          </a:solidFill>
          <a:ln w="47625">
            <a:solidFill>
              <a:srgbClr val="D6E1F0"/>
            </a:solidFill>
            <a:prstDash val="solid"/>
          </a:ln>
        </p:spPr>
      </p:sp>
      <p:sp>
        <p:nvSpPr>
          <p:cNvPr id="13" name="">
            <a:extLst>
              <a:ext uri="{FF2B5EF4-FFF2-40B4-BE49-F238E27FC236}">
                <ns2:creationId id="{A8E00A6C-7C90-403C-BF49-8C2CD43D2203}"/>
              </a:ext>
            </a:extLst>
          </p:cNvPr>
          <p:cNvSpPr>
            <a:spLocks noGrp="1"/>
          </p:cNvSpPr>
          <p:nvPr/>
        </p:nvSpPr>
        <p:spPr>
          <a:xfrm>
            <a:off x="9507855" y="3084957"/>
            <a:ext cx="95250" cy="0"/>
          </a:xfrm>
          <a:prstGeom prst="line">
            <a:avLst/>
          </a:prstGeom>
          <a:solidFill>
            <a:srgbClr val="000000">
              <a:alpha val="0"/>
            </a:srgbClr>
          </a:solidFill>
          <a:ln w="47625">
            <a:solidFill>
              <a:srgbClr val="D6E1F0"/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7ED19166-AF2E-48C2-92E5-4B4ADBEC39D7}"/>
              </a:ext>
            </a:extLst>
          </p:cNvPr>
          <p:cNvSpPr>
            <a:spLocks noGrp="1"/>
          </p:cNvSpPr>
          <p:nvPr/>
        </p:nvSpPr>
        <p:spPr>
          <a:xfrm>
            <a:off x="8231505" y="2713482"/>
            <a:ext cx="590550" cy="590550"/>
          </a:xfrm>
          <a:prstGeom prst="rect">
            <a:avLst/>
          </a:prstGeom>
          <a:solidFill>
            <a:srgbClr val="FFFFFF"/>
          </a:solidFill>
          <a:ln w="23813">
            <a:solidFill>
              <a:srgbClr val="D6E1F0"/>
            </a:solidFill>
            <a:prstDash val="solid"/>
          </a:ln>
        </p:spPr>
      </p:sp>
      <p:sp>
        <p:nvSpPr>
          <p:cNvPr id="15" name="">
            <a:extLst>
              <a:ext uri="{FF2B5EF4-FFF2-40B4-BE49-F238E27FC236}">
                <ns2:creationId id="{D98E1D04-AAFC-4D9F-97C4-EF8C6D3A2798}"/>
              </a:ext>
            </a:extLst>
          </p:cNvPr>
          <p:cNvSpPr>
            <a:spLocks noGrp="1"/>
          </p:cNvSpPr>
          <p:nvPr/>
        </p:nvSpPr>
        <p:spPr>
          <a:xfrm>
            <a:off x="8917305" y="2713482"/>
            <a:ext cx="590550" cy="590550"/>
          </a:xfrm>
          <a:prstGeom prst="rect">
            <a:avLst/>
          </a:prstGeom>
          <a:solidFill>
            <a:srgbClr val="FFFFFF"/>
          </a:solidFill>
          <a:ln w="23813">
            <a:solidFill>
              <a:srgbClr val="D6E1F0"/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E6BB7142-A275-4BEA-B30F-C07F9E583CE1}"/>
              </a:ext>
            </a:extLst>
          </p:cNvPr>
          <p:cNvSpPr>
            <a:spLocks noGrp="1"/>
          </p:cNvSpPr>
          <p:nvPr/>
        </p:nvSpPr>
        <p:spPr>
          <a:xfrm>
            <a:off x="9603105" y="2713482"/>
            <a:ext cx="590550" cy="590550"/>
          </a:xfrm>
          <a:prstGeom prst="rect">
            <a:avLst/>
          </a:prstGeom>
          <a:solidFill>
            <a:srgbClr val="FFFFFF"/>
          </a:solidFill>
          <a:ln w="23813">
            <a:solidFill>
              <a:srgbClr val="D6E1F0"/>
            </a:solidFill>
            <a:prstDash val="solid"/>
          </a:ln>
        </p:spPr>
      </p:sp>
      <p:pic>
        <p:nvPicPr>
          <p:cNvPr id="17" name=""/>
          <p:cNvPicPr>
            <a:picLocks noChangeAspect="1"/>
          </p:cNvPicPr>
          <p:nvPr/>
        </p:nvPicPr>
        <p:blipFill>
          <a:blip r:embed="Re540c92c95ae4ace"/>
          <a:stretch/>
        </p:blipFill>
        <p:spPr>
          <a:xfrm>
            <a:off x="8364855" y="2846832"/>
            <a:ext cx="323850" cy="323850"/>
          </a:xfrm>
          <a:prstGeom prst="rect">
            <a:avLst/>
          </a:prstGeom>
        </p:spPr>
      </p:pic>
      <p:pic>
        <p:nvPicPr>
          <p:cNvPr id="18" name=""/>
          <p:cNvPicPr>
            <a:picLocks noChangeAspect="1"/>
          </p:cNvPicPr>
          <p:nvPr/>
        </p:nvPicPr>
        <p:blipFill>
          <a:blip r:embed="Rd9ba0c6df5234bb7"/>
          <a:stretch/>
        </p:blipFill>
        <p:spPr>
          <a:xfrm>
            <a:off x="9050655" y="2846832"/>
            <a:ext cx="323850" cy="323850"/>
          </a:xfrm>
          <a:prstGeom prst="rect">
            <a:avLst/>
          </a:prstGeom>
        </p:spPr>
      </p:pic>
      <p:pic>
        <p:nvPicPr>
          <p:cNvPr id="19" name=""/>
          <p:cNvPicPr>
            <a:picLocks noChangeAspect="1"/>
          </p:cNvPicPr>
          <p:nvPr/>
        </p:nvPicPr>
        <p:blipFill>
          <a:blip r:embed="Rfa80041a6aa941e9"/>
          <a:stretch/>
        </p:blipFill>
        <p:spPr>
          <a:xfrm>
            <a:off x="9736455" y="2846832"/>
            <a:ext cx="323850" cy="323850"/>
          </a:xfrm>
          <a:prstGeom prst="rect">
            <a:avLst/>
          </a:prstGeom>
        </p:spPr>
      </p:pic>
      <p:sp>
        <p:nvSpPr>
          <p:cNvPr id="20" name="">
            <a:extLst>
              <a:ext uri="{FF2B5EF4-FFF2-40B4-BE49-F238E27FC236}">
                <ns2:creationId id="{CAE0F56A-0902-4B30-AA51-EA514578361A}"/>
              </a:ext>
            </a:extLst>
          </p:cNvPr>
          <p:cNvSpPr>
            <a:spLocks noGrp="1"/>
          </p:cNvSpPr>
          <p:nvPr/>
        </p:nvSpPr>
        <p:spPr>
          <a:xfrm>
            <a:off x="9817418" y="2913507"/>
            <a:ext cx="123825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675" b="1">
                <a:solidFill>
                  <a:srgbClr val="6A4D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A4DFF"/>
                </a:solidFill>
                <a:latin typeface="Aptos"/>
                <a:ea typeface="Aptos"/>
                <a:cs typeface="Aptos"/>
              </a:rPr>
              <a:t>@</a:t>
            </a:r>
          </a:p>
        </p:txBody>
      </p:sp>
      <p:sp>
        <p:nvSpPr>
          <p:cNvPr id="21" name="Rectangle 21">
            <a:extLst>
              <a:ext uri="{FF2B5EF4-FFF2-40B4-BE49-F238E27FC236}">
                <ns2:creationId id="{ADC3ED57-8C14-42B8-AE27-7E32583DBEE9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10972800" cy="19050"/>
          </a:xfrm>
          <a:prstGeom prst="rect">
            <a:avLst/>
          </a:prstGeom>
          <a:solidFill>
            <a:srgbClr val="E2EA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2">
            <a:extLst>
              <a:ext uri="{FF2B5EF4-FFF2-40B4-BE49-F238E27FC236}">
                <ns2:creationId id="{E50487FA-E365-4B07-B0AA-1DF29373F02B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1708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089"/>
                </a:solidFill>
                <a:latin typeface="Aptos"/>
                <a:ea typeface="Aptos"/>
                <a:cs typeface="Aptos"/>
              </a:rPr>
              <a:t>Cloud Email Analyzer</a:t>
            </a:r>
          </a:p>
        </p:txBody>
      </p:sp>
      <p:sp>
        <p:nvSpPr>
          <p:cNvPr id="23" name="Rectangle 23">
            <a:extLst>
              <a:ext uri="{FF2B5EF4-FFF2-40B4-BE49-F238E27FC236}">
                <ns2:creationId id="{C753E750-1D9C-44F7-A463-E74A5E8C45ED}"/>
              </a:ext>
            </a:extLst>
          </p:cNvPr>
          <p:cNvSpPr>
            <a:spLocks noGrp="1"/>
          </p:cNvSpPr>
          <p:nvPr/>
        </p:nvSpPr>
        <p:spPr>
          <a:xfrm>
            <a:off x="11258550" y="6429375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0">
                <a:solidFill>
                  <a:srgbClr val="61708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08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ns4:creationId val="453420302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2" name="Rectangle 19">
            <a:extLst>
              <a:ext uri="{FF2B5EF4-FFF2-40B4-BE49-F238E27FC236}">
                <ns2:creationId id="{EF180D64-FE56-4CD4-87C2-0708E4852A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1">
            <a:extLst>
              <a:ext uri="{FF2B5EF4-FFF2-40B4-BE49-F238E27FC236}">
                <ns2:creationId id="{C5E15F60-66A4-49AF-98EB-F812EF8A3D98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266700" cy="57150"/>
          </a:xfrm>
          <a:prstGeom prst="rect">
            <a:avLst/>
          </a:prstGeom>
          <a:solidFill>
            <a:srgbClr val="6A4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2">
            <a:extLst>
              <a:ext uri="{FF2B5EF4-FFF2-40B4-BE49-F238E27FC236}">
                <ns2:creationId id="{6A3E4B0F-9BF1-47C8-93B6-AE7F126D74B8}"/>
              </a:ext>
            </a:extLst>
          </p:cNvPr>
          <p:cNvSpPr>
            <a:spLocks noGrp="1"/>
          </p:cNvSpPr>
          <p:nvPr/>
        </p:nvSpPr>
        <p:spPr>
          <a:xfrm>
            <a:off x="990600" y="257175"/>
            <a:ext cx="400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56" b="1">
                <a:solidFill>
                  <a:srgbClr val="6A4DFF"/>
                </a:solidFill>
                <a:latin typeface="Aptos"/>
                <a:ea typeface="Aptos"/>
                <a:cs typeface="Aptos"/>
              </a:defRPr>
            </a:pPr>
            <a:r>
              <a:rPr sz="956" b="1">
                <a:solidFill>
                  <a:srgbClr val="6A4DFF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5" name="Rectangle 3">
            <a:extLst>
              <a:ext uri="{FF2B5EF4-FFF2-40B4-BE49-F238E27FC236}">
                <ns2:creationId id="{84E353F4-FB98-4DE0-A90D-EAFD89A2577F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0965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Email evidence is fragmented before review.</a:t>
            </a:r>
          </a:p>
        </p:txBody>
      </p:sp>
      <p:sp>
        <p:nvSpPr>
          <p:cNvPr id="6" name="Rectangle 4">
            <a:extLst>
              <a:ext uri="{FF2B5EF4-FFF2-40B4-BE49-F238E27FC236}">
                <ns2:creationId id="{3B5B61B5-C8AE-44C9-9246-9AABF24F52FA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10972800" cy="19050"/>
          </a:xfrm>
          <a:prstGeom prst="rect">
            <a:avLst/>
          </a:prstGeom>
          <a:solidFill>
            <a:srgbClr val="E2EA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5">
            <a:extLst>
              <a:ext uri="{FF2B5EF4-FFF2-40B4-BE49-F238E27FC236}">
                <ns2:creationId id="{E0954297-B9ED-42D4-981F-BB1E72103F6C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1708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089"/>
                </a:solidFill>
                <a:latin typeface="Aptos"/>
                <a:ea typeface="Aptos"/>
                <a:cs typeface="Aptos"/>
              </a:rPr>
              <a:t>Cloud Email Analyzer</a:t>
            </a:r>
          </a:p>
        </p:txBody>
      </p:sp>
      <p:sp>
        <p:nvSpPr>
          <p:cNvPr id="8" name="Rectangle 6">
            <a:extLst>
              <a:ext uri="{FF2B5EF4-FFF2-40B4-BE49-F238E27FC236}">
                <ns2:creationId id="{D76B1853-6B09-4B5B-957F-E54F120A08B2}"/>
              </a:ext>
            </a:extLst>
          </p:cNvPr>
          <p:cNvSpPr>
            <a:spLocks noGrp="1"/>
          </p:cNvSpPr>
          <p:nvPr/>
        </p:nvSpPr>
        <p:spPr>
          <a:xfrm>
            <a:off x="11258550" y="6429375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0">
                <a:solidFill>
                  <a:srgbClr val="61708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08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Rectangle 7">
            <a:extLst>
              <a:ext uri="{FF2B5EF4-FFF2-40B4-BE49-F238E27FC236}">
                <ns2:creationId id="{D9E4EBA4-B49F-4A58-85DA-34A00EE72CB8}"/>
              </a:ext>
            </a:extLst>
          </p:cNvPr>
          <p:cNvSpPr>
            <a:spLocks noGrp="1"/>
          </p:cNvSpPr>
          <p:nvPr/>
        </p:nvSpPr>
        <p:spPr>
          <a:xfrm>
            <a:off x="876300" y="2038350"/>
            <a:ext cx="2990850" cy="2895600"/>
          </a:xfrm>
          <a:prstGeom prst="rect">
            <a:avLst/>
          </a:prstGeom>
          <a:solidFill>
            <a:srgbClr val="FFFFFF"/>
          </a:solidFill>
          <a:ln w="14288">
            <a:solidFill>
              <a:srgbClr val="C7D5E6"/>
            </a:solidFill>
            <a:prstDash val="solid"/>
          </a:ln>
        </p:spPr>
      </p:sp>
      <p:pic>
        <p:nvPicPr>
          <p:cNvPr id="10" name=""/>
          <p:cNvPicPr>
            <a:picLocks noChangeAspect="1"/>
          </p:cNvPicPr>
          <p:nvPr/>
        </p:nvPicPr>
        <p:blipFill>
          <a:blip r:embed="Rf230bf3ac782434e"/>
          <a:stretch/>
        </p:blipFill>
        <p:spPr>
          <a:xfrm>
            <a:off x="1143000" y="2305050"/>
            <a:ext cx="361950" cy="361950"/>
          </a:xfrm>
          <a:prstGeom prst="rect">
            <a:avLst/>
          </a:prstGeom>
        </p:spPr>
      </p:pic>
      <p:sp>
        <p:nvSpPr>
          <p:cNvPr id="11" name="Rectangle 9">
            <a:extLst>
              <a:ext uri="{FF2B5EF4-FFF2-40B4-BE49-F238E27FC236}">
                <ns2:creationId id="{B9459B25-279F-4259-ABF4-08603C0E48BB}"/>
              </a:ext>
            </a:extLst>
          </p:cNvPr>
          <p:cNvSpPr>
            <a:spLocks noGrp="1"/>
          </p:cNvSpPr>
          <p:nvPr/>
        </p:nvSpPr>
        <p:spPr>
          <a:xfrm>
            <a:off x="1143000" y="2876550"/>
            <a:ext cx="24574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88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88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Raw messages</a:t>
            </a:r>
          </a:p>
          <a:p>
            <a:pPr algn="l">
              <a:defRPr sz="1688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88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are messy</a:t>
            </a:r>
          </a:p>
        </p:txBody>
      </p:sp>
      <p:sp>
        <p:nvSpPr>
          <p:cNvPr id="12" name="Rectangle 10">
            <a:extLst>
              <a:ext uri="{FF2B5EF4-FFF2-40B4-BE49-F238E27FC236}">
                <ns2:creationId id="{2B0E2B07-B205-434C-85FB-3675061920CB}"/>
              </a:ext>
            </a:extLst>
          </p:cNvPr>
          <p:cNvSpPr>
            <a:spLocks noGrp="1"/>
          </p:cNvSpPr>
          <p:nvPr/>
        </p:nvSpPr>
        <p:spPr>
          <a:xfrm>
            <a:off x="1143000" y="3619500"/>
            <a:ext cx="245745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MIME variants, HTML/plain text, envelope recipients, URLs, and attachments all carry evidence.</a:t>
            </a:r>
          </a:p>
        </p:txBody>
      </p:sp>
      <p:sp>
        <p:nvSpPr>
          <p:cNvPr id="13" name="Rectangle 11">
            <a:extLst>
              <a:ext uri="{FF2B5EF4-FFF2-40B4-BE49-F238E27FC236}">
                <ns2:creationId id="{5F9D3B33-DACD-4497-8891-91E755BC652C}"/>
              </a:ext>
            </a:extLst>
          </p:cNvPr>
          <p:cNvSpPr>
            <a:spLocks noGrp="1"/>
          </p:cNvSpPr>
          <p:nvPr/>
        </p:nvSpPr>
        <p:spPr>
          <a:xfrm>
            <a:off x="4591050" y="2038350"/>
            <a:ext cx="2990850" cy="2895600"/>
          </a:xfrm>
          <a:prstGeom prst="rect">
            <a:avLst/>
          </a:prstGeom>
          <a:solidFill>
            <a:srgbClr val="FFFFFF"/>
          </a:solidFill>
          <a:ln w="14288">
            <a:solidFill>
              <a:srgbClr val="C7D5E6"/>
            </a:solidFill>
            <a:prstDash val="solid"/>
          </a:ln>
        </p:spPr>
      </p:sp>
      <p:pic>
        <p:nvPicPr>
          <p:cNvPr id="14" name=""/>
          <p:cNvPicPr>
            <a:picLocks noChangeAspect="1"/>
          </p:cNvPicPr>
          <p:nvPr/>
        </p:nvPicPr>
        <p:blipFill>
          <a:blip r:embed="Rb232fd5ef895470b"/>
          <a:stretch/>
        </p:blipFill>
        <p:spPr>
          <a:xfrm>
            <a:off x="4857750" y="2305050"/>
            <a:ext cx="361950" cy="361950"/>
          </a:xfrm>
          <a:prstGeom prst="rect">
            <a:avLst/>
          </a:prstGeom>
        </p:spPr>
      </p:pic>
      <p:sp>
        <p:nvSpPr>
          <p:cNvPr id="15" name="Rectangle 13">
            <a:extLst>
              <a:ext uri="{FF2B5EF4-FFF2-40B4-BE49-F238E27FC236}">
                <ns2:creationId id="{C695F8CE-5B32-4416-BB86-F24FD3CEC002}"/>
              </a:ext>
            </a:extLst>
          </p:cNvPr>
          <p:cNvSpPr>
            <a:spLocks noGrp="1"/>
          </p:cNvSpPr>
          <p:nvPr/>
        </p:nvSpPr>
        <p:spPr>
          <a:xfrm>
            <a:off x="4857750" y="2876550"/>
            <a:ext cx="24574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88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88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Signals arrive</a:t>
            </a:r>
          </a:p>
          <a:p>
            <a:pPr algn="l">
              <a:defRPr sz="1688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88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separately</a:t>
            </a:r>
          </a:p>
        </p:txBody>
      </p:sp>
      <p:sp>
        <p:nvSpPr>
          <p:cNvPr id="16" name="Rectangle 14">
            <a:extLst>
              <a:ext uri="{FF2B5EF4-FFF2-40B4-BE49-F238E27FC236}">
                <ns2:creationId id="{07573B10-FF2B-46E8-B432-0F6F9C497579}"/>
              </a:ext>
            </a:extLst>
          </p:cNvPr>
          <p:cNvSpPr>
            <a:spLocks noGrp="1"/>
          </p:cNvSpPr>
          <p:nvPr/>
        </p:nvSpPr>
        <p:spPr>
          <a:xfrm>
            <a:off x="4857750" y="3619500"/>
            <a:ext cx="245745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Classifier output, antivirus results, and mail verdicts must keep their source.</a:t>
            </a:r>
          </a:p>
        </p:txBody>
      </p:sp>
      <p:sp>
        <p:nvSpPr>
          <p:cNvPr id="17" name="Rectangle 15">
            <a:extLst>
              <a:ext uri="{FF2B5EF4-FFF2-40B4-BE49-F238E27FC236}">
                <ns2:creationId id="{151629E2-A91B-4887-90CD-3F23C61EB45E}"/>
              </a:ext>
            </a:extLst>
          </p:cNvPr>
          <p:cNvSpPr>
            <a:spLocks noGrp="1"/>
          </p:cNvSpPr>
          <p:nvPr/>
        </p:nvSpPr>
        <p:spPr>
          <a:xfrm>
            <a:off x="8305800" y="2038350"/>
            <a:ext cx="2990850" cy="2895600"/>
          </a:xfrm>
          <a:prstGeom prst="rect">
            <a:avLst/>
          </a:prstGeom>
          <a:solidFill>
            <a:srgbClr val="FFFFFF"/>
          </a:solidFill>
          <a:ln w="14288">
            <a:solidFill>
              <a:srgbClr val="C7D5E6"/>
            </a:solidFill>
            <a:prstDash val="solid"/>
          </a:ln>
        </p:spPr>
      </p:sp>
      <p:pic>
        <p:nvPicPr>
          <p:cNvPr id="18" name=""/>
          <p:cNvPicPr>
            <a:picLocks noChangeAspect="1"/>
          </p:cNvPicPr>
          <p:nvPr/>
        </p:nvPicPr>
        <p:blipFill>
          <a:blip r:embed="Rd06c9b68ed4049c6"/>
          <a:stretch/>
        </p:blipFill>
        <p:spPr>
          <a:xfrm>
            <a:off x="8572500" y="2305050"/>
            <a:ext cx="361950" cy="361950"/>
          </a:xfrm>
          <a:prstGeom prst="rect">
            <a:avLst/>
          </a:prstGeom>
        </p:spPr>
      </p:pic>
      <p:sp>
        <p:nvSpPr>
          <p:cNvPr id="19" name="Rectangle 17">
            <a:extLst>
              <a:ext uri="{FF2B5EF4-FFF2-40B4-BE49-F238E27FC236}">
                <ns2:creationId id="{1BF67624-5AF2-43D7-A245-991B4A37E95B}"/>
              </a:ext>
            </a:extLst>
          </p:cNvPr>
          <p:cNvSpPr>
            <a:spLocks noGrp="1"/>
          </p:cNvSpPr>
          <p:nvPr/>
        </p:nvSpPr>
        <p:spPr>
          <a:xfrm>
            <a:off x="8572500" y="2876550"/>
            <a:ext cx="24574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88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88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Review needs</a:t>
            </a:r>
          </a:p>
          <a:p>
            <a:pPr algn="l">
              <a:defRPr sz="1688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88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accountability</a:t>
            </a:r>
          </a:p>
        </p:txBody>
      </p:sp>
      <p:sp>
        <p:nvSpPr>
          <p:cNvPr id="20" name="Rectangle 18">
            <a:extLst>
              <a:ext uri="{FF2B5EF4-FFF2-40B4-BE49-F238E27FC236}">
                <ns2:creationId id="{F55423B7-DFC8-41E2-B656-DE86DEDA388F}"/>
              </a:ext>
            </a:extLst>
          </p:cNvPr>
          <p:cNvSpPr>
            <a:spLocks noGrp="1"/>
          </p:cNvSpPr>
          <p:nvPr/>
        </p:nvSpPr>
        <p:spPr>
          <a:xfrm>
            <a:off x="8572500" y="3619500"/>
            <a:ext cx="245745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Scoped access, supporting evidence, and audit records are required for sensitive actions.</a:t>
            </a:r>
          </a:p>
        </p:txBody>
      </p:sp>
    </p:spTree>
    <p:extLst>
      <p:ext uri="{BB962C8B-B14F-4D97-AF65-F5344CB8AC3E}">
        <ns4:creationId val="638028771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31">
            <a:extLst>
              <a:ext uri="{FF2B5EF4-FFF2-40B4-BE49-F238E27FC236}">
                <ns2:creationId id="{33117975-7EE7-4314-A01F-4CBCC0EB173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1">
            <a:extLst>
              <a:ext uri="{FF2B5EF4-FFF2-40B4-BE49-F238E27FC236}">
                <ns2:creationId id="{EB24FD4F-6654-4468-9813-3EFFF5781423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266700" cy="57150"/>
          </a:xfrm>
          <a:prstGeom prst="rect">
            <a:avLst/>
          </a:prstGeom>
          <a:solidFill>
            <a:srgbClr val="6A4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2">
            <a:extLst>
              <a:ext uri="{FF2B5EF4-FFF2-40B4-BE49-F238E27FC236}">
                <ns2:creationId id="{D3C52916-38BA-4B81-8045-F61D425B6A48}"/>
              </a:ext>
            </a:extLst>
          </p:cNvPr>
          <p:cNvSpPr>
            <a:spLocks noGrp="1"/>
          </p:cNvSpPr>
          <p:nvPr/>
        </p:nvSpPr>
        <p:spPr>
          <a:xfrm>
            <a:off x="990600" y="257175"/>
            <a:ext cx="400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56" b="1">
                <a:solidFill>
                  <a:srgbClr val="6A4DFF"/>
                </a:solidFill>
                <a:latin typeface="Aptos"/>
                <a:ea typeface="Aptos"/>
                <a:cs typeface="Aptos"/>
              </a:defRPr>
            </a:pPr>
            <a:r>
              <a:rPr sz="956" b="1">
                <a:solidFill>
                  <a:srgbClr val="6A4DFF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  <p:sp>
        <p:nvSpPr>
          <p:cNvPr id="5" name="Rectangle 3">
            <a:extLst>
              <a:ext uri="{FF2B5EF4-FFF2-40B4-BE49-F238E27FC236}">
                <ns2:creationId id="{54DC2A77-6D32-495D-A343-E0215101B99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0965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Normalize once, then analyze and review with context.</a:t>
            </a:r>
          </a:p>
        </p:txBody>
      </p:sp>
      <p:sp>
        <p:nvSpPr>
          <p:cNvPr id="6" name="Rectangle 4">
            <a:extLst>
              <a:ext uri="{FF2B5EF4-FFF2-40B4-BE49-F238E27FC236}">
                <ns2:creationId id="{92FBC090-D263-4260-8D40-81CE5426E760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10972800" cy="19050"/>
          </a:xfrm>
          <a:prstGeom prst="rect">
            <a:avLst/>
          </a:prstGeom>
          <a:solidFill>
            <a:srgbClr val="E2EA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5">
            <a:extLst>
              <a:ext uri="{FF2B5EF4-FFF2-40B4-BE49-F238E27FC236}">
                <ns2:creationId id="{9B31F717-A653-444F-B753-1421F9CE53FD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1708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089"/>
                </a:solidFill>
                <a:latin typeface="Aptos"/>
                <a:ea typeface="Aptos"/>
                <a:cs typeface="Aptos"/>
              </a:rPr>
              <a:t>Cloud Email Analyzer</a:t>
            </a:r>
          </a:p>
        </p:txBody>
      </p:sp>
      <p:sp>
        <p:nvSpPr>
          <p:cNvPr id="8" name="Rectangle 6">
            <a:extLst>
              <a:ext uri="{FF2B5EF4-FFF2-40B4-BE49-F238E27FC236}">
                <ns2:creationId id="{6065D113-DCDE-4248-A307-2B6E5DCDF933}"/>
              </a:ext>
            </a:extLst>
          </p:cNvPr>
          <p:cNvSpPr>
            <a:spLocks noGrp="1"/>
          </p:cNvSpPr>
          <p:nvPr/>
        </p:nvSpPr>
        <p:spPr>
          <a:xfrm>
            <a:off x="11258550" y="6429375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0">
                <a:solidFill>
                  <a:srgbClr val="61708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08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9" name="Rectangle 7">
            <a:extLst>
              <a:ext uri="{FF2B5EF4-FFF2-40B4-BE49-F238E27FC236}">
                <ns2:creationId id="{2DE11B68-12CA-4E8A-B8C0-9E880F471CA3}"/>
              </a:ext>
            </a:extLst>
          </p:cNvPr>
          <p:cNvSpPr>
            <a:spLocks noGrp="1"/>
          </p:cNvSpPr>
          <p:nvPr/>
        </p:nvSpPr>
        <p:spPr>
          <a:xfrm>
            <a:off x="1066800" y="2247900"/>
            <a:ext cx="1790700" cy="1371600"/>
          </a:xfrm>
          <a:prstGeom prst="rect">
            <a:avLst/>
          </a:prstGeom>
          <a:solidFill>
            <a:srgbClr val="FFFFFF"/>
          </a:solidFill>
          <a:ln w="14288">
            <a:solidFill>
              <a:srgbClr val="C7D5E6"/>
            </a:solidFill>
            <a:prstDash val="solid"/>
          </a:ln>
        </p:spPr>
      </p:sp>
      <p:sp>
        <p:nvSpPr>
          <p:cNvPr id="10" name="Rectangle 8">
            <a:extLst>
              <a:ext uri="{FF2B5EF4-FFF2-40B4-BE49-F238E27FC236}">
                <ns2:creationId id="{4836DCEA-6E27-4B38-BB9E-421059FFA879}"/>
              </a:ext>
            </a:extLst>
          </p:cNvPr>
          <p:cNvSpPr>
            <a:spLocks noGrp="1"/>
          </p:cNvSpPr>
          <p:nvPr/>
        </p:nvSpPr>
        <p:spPr>
          <a:xfrm>
            <a:off x="1257300" y="24193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56" b="1">
                <a:solidFill>
                  <a:srgbClr val="6A4DFF"/>
                </a:solidFill>
                <a:latin typeface="Aptos"/>
                <a:ea typeface="Aptos"/>
                <a:cs typeface="Aptos"/>
              </a:defRPr>
            </a:pPr>
            <a:r>
              <a:rPr sz="956" b="1">
                <a:solidFill>
                  <a:srgbClr val="6A4D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" name="Rectangle 9">
            <a:extLst>
              <a:ext uri="{FF2B5EF4-FFF2-40B4-BE49-F238E27FC236}">
                <ns2:creationId id="{C8053C55-7F3F-4810-BE5C-EE1DE7A2CB4E}"/>
              </a:ext>
            </a:extLst>
          </p:cNvPr>
          <p:cNvSpPr>
            <a:spLocks noGrp="1"/>
          </p:cNvSpPr>
          <p:nvPr/>
        </p:nvSpPr>
        <p:spPr>
          <a:xfrm>
            <a:off x="1257300" y="2781300"/>
            <a:ext cx="1409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06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406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Receive</a:t>
            </a:r>
          </a:p>
        </p:txBody>
      </p:sp>
      <p:sp>
        <p:nvSpPr>
          <p:cNvPr id="12" name="Rectangle 10">
            <a:extLst>
              <a:ext uri="{FF2B5EF4-FFF2-40B4-BE49-F238E27FC236}">
                <ns2:creationId id="{F3E4A796-5F46-444E-9277-1CC6C9984E33}"/>
              </a:ext>
            </a:extLst>
          </p:cNvPr>
          <p:cNvSpPr>
            <a:spLocks noGrp="1"/>
          </p:cNvSpPr>
          <p:nvPr/>
        </p:nvSpPr>
        <p:spPr>
          <a:xfrm>
            <a:off x="1257300" y="3124200"/>
            <a:ext cx="1409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SES and Route53 ingress</a:t>
            </a:r>
          </a:p>
        </p:txBody>
      </p:sp>
      <p:sp>
        <p:nvSpPr>
          <p:cNvPr id="13" name="">
            <a:extLst>
              <a:ext uri="{FF2B5EF4-FFF2-40B4-BE49-F238E27FC236}">
                <ns2:creationId id="{ACB152FB-25F3-44DB-B914-37B63A0DBD42}"/>
              </a:ext>
            </a:extLst>
          </p:cNvPr>
          <p:cNvSpPr>
            <a:spLocks noGrp="1"/>
          </p:cNvSpPr>
          <p:nvPr/>
        </p:nvSpPr>
        <p:spPr>
          <a:xfrm>
            <a:off x="2990850" y="2886075"/>
            <a:ext cx="409575" cy="114300"/>
          </a:xfrm>
          <a:prstGeom prst="rightArrow">
            <a:avLst/>
          </a:prstGeom>
          <a:solidFill>
            <a:srgbClr val="6A4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ns2:creationId id="{9405EEB2-3516-4250-A36C-2D663578D704}"/>
              </a:ext>
            </a:extLst>
          </p:cNvPr>
          <p:cNvSpPr>
            <a:spLocks noGrp="1"/>
          </p:cNvSpPr>
          <p:nvPr/>
        </p:nvSpPr>
        <p:spPr>
          <a:xfrm>
            <a:off x="3524250" y="2247900"/>
            <a:ext cx="1790700" cy="1371600"/>
          </a:xfrm>
          <a:prstGeom prst="rect">
            <a:avLst/>
          </a:prstGeom>
          <a:solidFill>
            <a:srgbClr val="FFFFFF"/>
          </a:solidFill>
          <a:ln w="14288">
            <a:solidFill>
              <a:srgbClr val="C7D5E6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ns2:creationId id="{606F9B6C-E4AD-4039-A571-1385E6EC3C3C}"/>
              </a:ext>
            </a:extLst>
          </p:cNvPr>
          <p:cNvSpPr>
            <a:spLocks noGrp="1"/>
          </p:cNvSpPr>
          <p:nvPr/>
        </p:nvSpPr>
        <p:spPr>
          <a:xfrm>
            <a:off x="3714750" y="24193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56" b="1">
                <a:solidFill>
                  <a:srgbClr val="6A4DFF"/>
                </a:solidFill>
                <a:latin typeface="Aptos"/>
                <a:ea typeface="Aptos"/>
                <a:cs typeface="Aptos"/>
              </a:defRPr>
            </a:pPr>
            <a:r>
              <a:rPr sz="956" b="1">
                <a:solidFill>
                  <a:srgbClr val="6A4D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" name="Rectangle 15">
            <a:extLst>
              <a:ext uri="{FF2B5EF4-FFF2-40B4-BE49-F238E27FC236}">
                <ns2:creationId id="{3355AD38-E3F9-4D19-8ED4-4C25F82B4B16}"/>
              </a:ext>
            </a:extLst>
          </p:cNvPr>
          <p:cNvSpPr>
            <a:spLocks noGrp="1"/>
          </p:cNvSpPr>
          <p:nvPr/>
        </p:nvSpPr>
        <p:spPr>
          <a:xfrm>
            <a:off x="3714750" y="2781300"/>
            <a:ext cx="1409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06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406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Preserve</a:t>
            </a:r>
          </a:p>
        </p:txBody>
      </p:sp>
      <p:sp>
        <p:nvSpPr>
          <p:cNvPr id="17" name="Rectangle 16">
            <a:extLst>
              <a:ext uri="{FF2B5EF4-FFF2-40B4-BE49-F238E27FC236}">
                <ns2:creationId id="{86B7FEAA-FE9E-4848-BDA6-2C5E16043FEB}"/>
              </a:ext>
            </a:extLst>
          </p:cNvPr>
          <p:cNvSpPr>
            <a:spLocks noGrp="1"/>
          </p:cNvSpPr>
          <p:nvPr/>
        </p:nvSpPr>
        <p:spPr>
          <a:xfrm>
            <a:off x="3714750" y="3124200"/>
            <a:ext cx="1409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Raw MIME retained in S3</a:t>
            </a:r>
          </a:p>
        </p:txBody>
      </p:sp>
      <p:sp>
        <p:nvSpPr>
          <p:cNvPr id="18" name="">
            <a:extLst>
              <a:ext uri="{FF2B5EF4-FFF2-40B4-BE49-F238E27FC236}">
                <ns2:creationId id="{5456A8F5-CF13-4858-BD68-798618316A0E}"/>
              </a:ext>
            </a:extLst>
          </p:cNvPr>
          <p:cNvSpPr>
            <a:spLocks noGrp="1"/>
          </p:cNvSpPr>
          <p:nvPr/>
        </p:nvSpPr>
        <p:spPr>
          <a:xfrm>
            <a:off x="5448300" y="2886075"/>
            <a:ext cx="409575" cy="114300"/>
          </a:xfrm>
          <a:prstGeom prst="rightArrow">
            <a:avLst/>
          </a:prstGeom>
          <a:solidFill>
            <a:srgbClr val="6A4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9">
            <a:extLst>
              <a:ext uri="{FF2B5EF4-FFF2-40B4-BE49-F238E27FC236}">
                <ns2:creationId id="{803B649B-0A63-4591-99FB-FA5F2AF75AC6}"/>
              </a:ext>
            </a:extLst>
          </p:cNvPr>
          <p:cNvSpPr>
            <a:spLocks noGrp="1"/>
          </p:cNvSpPr>
          <p:nvPr/>
        </p:nvSpPr>
        <p:spPr>
          <a:xfrm>
            <a:off x="5981700" y="2247900"/>
            <a:ext cx="1790700" cy="1371600"/>
          </a:xfrm>
          <a:prstGeom prst="rect">
            <a:avLst/>
          </a:prstGeom>
          <a:solidFill>
            <a:srgbClr val="FFFFFF"/>
          </a:solidFill>
          <a:ln w="14288">
            <a:solidFill>
              <a:srgbClr val="C7D5E6"/>
            </a:solidFill>
            <a:prstDash val="solid"/>
          </a:ln>
        </p:spPr>
      </p:sp>
      <p:sp>
        <p:nvSpPr>
          <p:cNvPr id="20" name="Rectangle 20">
            <a:extLst>
              <a:ext uri="{FF2B5EF4-FFF2-40B4-BE49-F238E27FC236}">
                <ns2:creationId id="{FCC69FC4-F1B6-485B-912D-5953550E5295}"/>
              </a:ext>
            </a:extLst>
          </p:cNvPr>
          <p:cNvSpPr>
            <a:spLocks noGrp="1"/>
          </p:cNvSpPr>
          <p:nvPr/>
        </p:nvSpPr>
        <p:spPr>
          <a:xfrm>
            <a:off x="6172200" y="24193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56" b="1">
                <a:solidFill>
                  <a:srgbClr val="6A4DFF"/>
                </a:solidFill>
                <a:latin typeface="Aptos"/>
                <a:ea typeface="Aptos"/>
                <a:cs typeface="Aptos"/>
              </a:defRPr>
            </a:pPr>
            <a:r>
              <a:rPr sz="956" b="1">
                <a:solidFill>
                  <a:srgbClr val="6A4D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" name="Rectangle 21">
            <a:extLst>
              <a:ext uri="{FF2B5EF4-FFF2-40B4-BE49-F238E27FC236}">
                <ns2:creationId id="{BEB5BAE1-8121-49D1-8359-AB9CCB01DDB7}"/>
              </a:ext>
            </a:extLst>
          </p:cNvPr>
          <p:cNvSpPr>
            <a:spLocks noGrp="1"/>
          </p:cNvSpPr>
          <p:nvPr/>
        </p:nvSpPr>
        <p:spPr>
          <a:xfrm>
            <a:off x="6172200" y="2781300"/>
            <a:ext cx="1409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06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406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Analyze</a:t>
            </a:r>
          </a:p>
        </p:txBody>
      </p:sp>
      <p:sp>
        <p:nvSpPr>
          <p:cNvPr id="22" name="Rectangle 22">
            <a:extLst>
              <a:ext uri="{FF2B5EF4-FFF2-40B4-BE49-F238E27FC236}">
                <ns2:creationId id="{68AE913E-498E-40A9-8672-0EC972529C4D}"/>
              </a:ext>
            </a:extLst>
          </p:cNvPr>
          <p:cNvSpPr>
            <a:spLocks noGrp="1"/>
          </p:cNvSpPr>
          <p:nvPr/>
        </p:nvSpPr>
        <p:spPr>
          <a:xfrm>
            <a:off x="6172200" y="3124200"/>
            <a:ext cx="1409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Parse, classify, scan</a:t>
            </a:r>
          </a:p>
        </p:txBody>
      </p:sp>
      <p:sp>
        <p:nvSpPr>
          <p:cNvPr id="23" name="">
            <a:extLst>
              <a:ext uri="{FF2B5EF4-FFF2-40B4-BE49-F238E27FC236}">
                <ns2:creationId id="{6B97D76E-D70E-4691-B130-7A5DF23BB672}"/>
              </a:ext>
            </a:extLst>
          </p:cNvPr>
          <p:cNvSpPr>
            <a:spLocks noGrp="1"/>
          </p:cNvSpPr>
          <p:nvPr/>
        </p:nvSpPr>
        <p:spPr>
          <a:xfrm>
            <a:off x="7905750" y="2886075"/>
            <a:ext cx="409575" cy="114300"/>
          </a:xfrm>
          <a:prstGeom prst="rightArrow">
            <a:avLst/>
          </a:prstGeom>
          <a:solidFill>
            <a:srgbClr val="6A4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5">
            <a:extLst>
              <a:ext uri="{FF2B5EF4-FFF2-40B4-BE49-F238E27FC236}">
                <ns2:creationId id="{F2B68695-DB7F-46DC-9FDD-76297D4C2DF8}"/>
              </a:ext>
            </a:extLst>
          </p:cNvPr>
          <p:cNvSpPr>
            <a:spLocks noGrp="1"/>
          </p:cNvSpPr>
          <p:nvPr/>
        </p:nvSpPr>
        <p:spPr>
          <a:xfrm>
            <a:off x="8439150" y="2247900"/>
            <a:ext cx="1790700" cy="1371600"/>
          </a:xfrm>
          <a:prstGeom prst="rect">
            <a:avLst/>
          </a:prstGeom>
          <a:solidFill>
            <a:srgbClr val="FFFFFF"/>
          </a:solidFill>
          <a:ln w="14288">
            <a:solidFill>
              <a:srgbClr val="C7D5E6"/>
            </a:solidFill>
            <a:prstDash val="solid"/>
          </a:ln>
        </p:spPr>
      </p:sp>
      <p:sp>
        <p:nvSpPr>
          <p:cNvPr id="25" name="Rectangle 26">
            <a:extLst>
              <a:ext uri="{FF2B5EF4-FFF2-40B4-BE49-F238E27FC236}">
                <ns2:creationId id="{9E628AAE-DF81-404F-B880-A043017980A3}"/>
              </a:ext>
            </a:extLst>
          </p:cNvPr>
          <p:cNvSpPr>
            <a:spLocks noGrp="1"/>
          </p:cNvSpPr>
          <p:nvPr/>
        </p:nvSpPr>
        <p:spPr>
          <a:xfrm>
            <a:off x="8629650" y="24193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56" b="1">
                <a:solidFill>
                  <a:srgbClr val="6A4DFF"/>
                </a:solidFill>
                <a:latin typeface="Aptos"/>
                <a:ea typeface="Aptos"/>
                <a:cs typeface="Aptos"/>
              </a:defRPr>
            </a:pPr>
            <a:r>
              <a:rPr sz="956" b="1">
                <a:solidFill>
                  <a:srgbClr val="6A4D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6" name="Rectangle 27">
            <a:extLst>
              <a:ext uri="{FF2B5EF4-FFF2-40B4-BE49-F238E27FC236}">
                <ns2:creationId id="{2BC13E2F-9D9B-4A9F-B76C-6547797AD322}"/>
              </a:ext>
            </a:extLst>
          </p:cNvPr>
          <p:cNvSpPr>
            <a:spLocks noGrp="1"/>
          </p:cNvSpPr>
          <p:nvPr/>
        </p:nvSpPr>
        <p:spPr>
          <a:xfrm>
            <a:off x="8629650" y="2781300"/>
            <a:ext cx="1409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06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406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Review</a:t>
            </a:r>
          </a:p>
        </p:txBody>
      </p:sp>
      <p:sp>
        <p:nvSpPr>
          <p:cNvPr id="27" name="Rectangle 28">
            <a:extLst>
              <a:ext uri="{FF2B5EF4-FFF2-40B4-BE49-F238E27FC236}">
                <ns2:creationId id="{E75B9C9F-43B7-4011-818C-EC060B589AB3}"/>
              </a:ext>
            </a:extLst>
          </p:cNvPr>
          <p:cNvSpPr>
            <a:spLocks noGrp="1"/>
          </p:cNvSpPr>
          <p:nvPr/>
        </p:nvSpPr>
        <p:spPr>
          <a:xfrm>
            <a:off x="8629650" y="3124200"/>
            <a:ext cx="1409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FastAPI and React dashboard</a:t>
            </a:r>
          </a:p>
        </p:txBody>
      </p:sp>
      <p:sp>
        <p:nvSpPr>
          <p:cNvPr id="28" name="Rectangle 29">
            <a:extLst>
              <a:ext uri="{FF2B5EF4-FFF2-40B4-BE49-F238E27FC236}">
                <ns2:creationId id="{1759179A-7159-45A2-85F3-92B2C7777CF0}"/>
              </a:ext>
            </a:extLst>
          </p:cNvPr>
          <p:cNvSpPr>
            <a:spLocks noGrp="1"/>
          </p:cNvSpPr>
          <p:nvPr/>
        </p:nvSpPr>
        <p:spPr>
          <a:xfrm>
            <a:off x="2286000" y="4210050"/>
            <a:ext cx="7620000" cy="19050"/>
          </a:xfrm>
          <a:prstGeom prst="rect">
            <a:avLst/>
          </a:prstGeom>
          <a:solidFill>
            <a:srgbClr val="6A4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30">
            <a:extLst>
              <a:ext uri="{FF2B5EF4-FFF2-40B4-BE49-F238E27FC236}">
                <ns2:creationId id="{F9AD7901-09D9-4EB2-A230-8540E867DEC4}"/>
              </a:ext>
            </a:extLst>
          </p:cNvPr>
          <p:cNvSpPr>
            <a:spLocks noGrp="1"/>
          </p:cNvSpPr>
          <p:nvPr/>
        </p:nvSpPr>
        <p:spPr>
          <a:xfrm>
            <a:off x="2628900" y="4419600"/>
            <a:ext cx="69342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Canonical MailReceived event carries metadata and storage pointers, not raw email bodies.</a:t>
            </a:r>
          </a:p>
        </p:txBody>
      </p:sp>
    </p:spTree>
    <p:extLst>
      <p:ext uri="{BB962C8B-B14F-4D97-AF65-F5344CB8AC3E}">
        <ns3:creationId val="1192049651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60">
            <a:extLst>
              <a:ext uri="{FF2B5EF4-FFF2-40B4-BE49-F238E27FC236}">
                <ns2:creationId id="{40771050-8C4D-4E57-B243-354B2CC253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1">
            <a:extLst>
              <a:ext uri="{FF2B5EF4-FFF2-40B4-BE49-F238E27FC236}">
                <ns2:creationId id="{AF9BA1B4-7C13-48B4-9528-E15B9C35C457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266700" cy="57150"/>
          </a:xfrm>
          <a:prstGeom prst="rect">
            <a:avLst/>
          </a:prstGeom>
          <a:solidFill>
            <a:srgbClr val="6A4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2">
            <a:extLst>
              <a:ext uri="{FF2B5EF4-FFF2-40B4-BE49-F238E27FC236}">
                <ns2:creationId id="{4C5DB824-BAC4-487A-B5BF-770C8643F638}"/>
              </a:ext>
            </a:extLst>
          </p:cNvPr>
          <p:cNvSpPr>
            <a:spLocks noGrp="1"/>
          </p:cNvSpPr>
          <p:nvPr/>
        </p:nvSpPr>
        <p:spPr>
          <a:xfrm>
            <a:off x="990600" y="257175"/>
            <a:ext cx="400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56" b="1">
                <a:solidFill>
                  <a:srgbClr val="6A4DFF"/>
                </a:solidFill>
                <a:latin typeface="Aptos"/>
                <a:ea typeface="Aptos"/>
                <a:cs typeface="Aptos"/>
              </a:defRPr>
            </a:pPr>
            <a:r>
              <a:rPr sz="956" b="1">
                <a:solidFill>
                  <a:srgbClr val="6A4DFF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5" name="Rectangle 3">
            <a:extLst>
              <a:ext uri="{FF2B5EF4-FFF2-40B4-BE49-F238E27FC236}">
                <ns2:creationId id="{DA33B32F-4C09-4813-A92B-AFD072416FB4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0965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AWS services separate ingestion, processing, state, and review.</a:t>
            </a:r>
          </a:p>
        </p:txBody>
      </p:sp>
      <p:sp>
        <p:nvSpPr>
          <p:cNvPr id="6" name="Rectangle 4">
            <a:extLst>
              <a:ext uri="{FF2B5EF4-FFF2-40B4-BE49-F238E27FC236}">
                <ns2:creationId id="{CA9B6CC2-07CC-40F1-931E-D4603D1F628C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10972800" cy="19050"/>
          </a:xfrm>
          <a:prstGeom prst="rect">
            <a:avLst/>
          </a:prstGeom>
          <a:solidFill>
            <a:srgbClr val="E2EA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5">
            <a:extLst>
              <a:ext uri="{FF2B5EF4-FFF2-40B4-BE49-F238E27FC236}">
                <ns2:creationId id="{E764E377-0016-4509-821C-E5A8E6C450DA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1708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089"/>
                </a:solidFill>
                <a:latin typeface="Aptos"/>
                <a:ea typeface="Aptos"/>
                <a:cs typeface="Aptos"/>
              </a:rPr>
              <a:t>Cloud Email Analyzer</a:t>
            </a:r>
          </a:p>
        </p:txBody>
      </p:sp>
      <p:sp>
        <p:nvSpPr>
          <p:cNvPr id="8" name="Rectangle 6">
            <a:extLst>
              <a:ext uri="{FF2B5EF4-FFF2-40B4-BE49-F238E27FC236}">
                <ns2:creationId id="{9CB992BE-EE73-4D5B-8B82-BE9985EB96BE}"/>
              </a:ext>
            </a:extLst>
          </p:cNvPr>
          <p:cNvSpPr>
            <a:spLocks noGrp="1"/>
          </p:cNvSpPr>
          <p:nvPr/>
        </p:nvSpPr>
        <p:spPr>
          <a:xfrm>
            <a:off x="11258550" y="6429375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0">
                <a:solidFill>
                  <a:srgbClr val="61708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08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9" name="Rectangle 7">
            <a:extLst>
              <a:ext uri="{FF2B5EF4-FFF2-40B4-BE49-F238E27FC236}">
                <ns2:creationId id="{739FB081-44D4-4C75-BBB0-2808055B3112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400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9" b="1">
                <a:solidFill>
                  <a:srgbClr val="6A4DFF"/>
                </a:solidFill>
                <a:latin typeface="Aptos"/>
                <a:ea typeface="Aptos"/>
                <a:cs typeface="Aptos"/>
              </a:defRPr>
            </a:pPr>
            <a:r>
              <a:rPr sz="1069" b="1">
                <a:solidFill>
                  <a:srgbClr val="6A4DFF"/>
                </a:solidFill>
                <a:latin typeface="Aptos"/>
                <a:ea typeface="Aptos"/>
                <a:cs typeface="Aptos"/>
              </a:rPr>
              <a:t>Mail ingress and event boundary</a:t>
            </a:r>
          </a:p>
        </p:txBody>
      </p:sp>
      <p:sp>
        <p:nvSpPr>
          <p:cNvPr id="10" name="Rectangle 8">
            <a:extLst>
              <a:ext uri="{FF2B5EF4-FFF2-40B4-BE49-F238E27FC236}">
                <ns2:creationId id="{3572058B-C3E6-43BD-B61C-215554AF96C3}"/>
              </a:ext>
            </a:extLst>
          </p:cNvPr>
          <p:cNvSpPr>
            <a:spLocks noGrp="1"/>
          </p:cNvSpPr>
          <p:nvPr/>
        </p:nvSpPr>
        <p:spPr>
          <a:xfrm>
            <a:off x="609600" y="2286000"/>
            <a:ext cx="10972800" cy="1066800"/>
          </a:xfrm>
          <a:prstGeom prst="rect">
            <a:avLst/>
          </a:prstGeom>
          <a:solidFill>
            <a:srgbClr val="F9FBFF"/>
          </a:solidFill>
          <a:ln w="14288">
            <a:solidFill>
              <a:srgbClr val="C7D5E6"/>
            </a:solidFill>
            <a:prstDash val="solid"/>
          </a:ln>
        </p:spPr>
      </p:sp>
      <p:sp>
        <p:nvSpPr>
          <p:cNvPr id="11" name="Rectangle 9">
            <a:extLst>
              <a:ext uri="{FF2B5EF4-FFF2-40B4-BE49-F238E27FC236}">
                <ns2:creationId id="{8B7E2BFC-76C9-435B-AD70-3189849C8572}"/>
              </a:ext>
            </a:extLst>
          </p:cNvPr>
          <p:cNvSpPr>
            <a:spLocks noGrp="1"/>
          </p:cNvSpPr>
          <p:nvPr/>
        </p:nvSpPr>
        <p:spPr>
          <a:xfrm>
            <a:off x="857250" y="2552700"/>
            <a:ext cx="1219200" cy="571500"/>
          </a:xfrm>
          <a:prstGeom prst="rect">
            <a:avLst/>
          </a:prstGeom>
          <a:solidFill>
            <a:srgbClr val="FFFFFF"/>
          </a:solidFill>
          <a:ln w="14288">
            <a:solidFill>
              <a:srgbClr val="C7D5E6"/>
            </a:solidFill>
            <a:prstDash val="solid"/>
          </a:ln>
        </p:spPr>
      </p:sp>
      <p:sp>
        <p:nvSpPr>
          <p:cNvPr id="12" name="Rectangle 10">
            <a:extLst>
              <a:ext uri="{FF2B5EF4-FFF2-40B4-BE49-F238E27FC236}">
                <ns2:creationId id="{3DEE26B7-9928-46C5-B3C9-0FB87FFBE8EA}"/>
              </a:ext>
            </a:extLst>
          </p:cNvPr>
          <p:cNvSpPr>
            <a:spLocks noGrp="1"/>
          </p:cNvSpPr>
          <p:nvPr/>
        </p:nvSpPr>
        <p:spPr>
          <a:xfrm>
            <a:off x="971550" y="2676525"/>
            <a:ext cx="99060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Route53</a:t>
            </a:r>
          </a:p>
        </p:txBody>
      </p:sp>
      <p:sp>
        <p:nvSpPr>
          <p:cNvPr id="13" name="Rectangle 11">
            <a:extLst>
              <a:ext uri="{FF2B5EF4-FFF2-40B4-BE49-F238E27FC236}">
                <ns2:creationId id="{78E38942-19C1-4A01-BF35-32CB67CF7957}"/>
              </a:ext>
            </a:extLst>
          </p:cNvPr>
          <p:cNvSpPr>
            <a:spLocks noGrp="1"/>
          </p:cNvSpPr>
          <p:nvPr/>
        </p:nvSpPr>
        <p:spPr>
          <a:xfrm>
            <a:off x="982208" y="2840736"/>
            <a:ext cx="990600" cy="1737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MX records</a:t>
            </a:r>
          </a:p>
        </p:txBody>
      </p:sp>
      <p:sp>
        <p:nvSpPr>
          <p:cNvPr id="14" name="">
            <a:extLst>
              <a:ext uri="{FF2B5EF4-FFF2-40B4-BE49-F238E27FC236}">
                <ns2:creationId id="{B313BF65-3183-4654-B728-BA3505EB2DE7}"/>
              </a:ext>
            </a:extLst>
          </p:cNvPr>
          <p:cNvSpPr>
            <a:spLocks noGrp="1"/>
          </p:cNvSpPr>
          <p:nvPr/>
        </p:nvSpPr>
        <p:spPr>
          <a:xfrm>
            <a:off x="2152650" y="2781300"/>
            <a:ext cx="266700" cy="114300"/>
          </a:xfrm>
          <a:prstGeom prst="rightArrow">
            <a:avLst/>
          </a:prstGeom>
          <a:solidFill>
            <a:srgbClr val="6A4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ns2:creationId id="{F71EDBDE-D1D9-4F02-BEEB-F8FEC5C4F135}"/>
              </a:ext>
            </a:extLst>
          </p:cNvPr>
          <p:cNvSpPr>
            <a:spLocks noGrp="1"/>
          </p:cNvSpPr>
          <p:nvPr/>
        </p:nvSpPr>
        <p:spPr>
          <a:xfrm>
            <a:off x="2495550" y="2552700"/>
            <a:ext cx="1219200" cy="571500"/>
          </a:xfrm>
          <a:prstGeom prst="rect">
            <a:avLst/>
          </a:prstGeom>
          <a:solidFill>
            <a:srgbClr val="FFFFFF"/>
          </a:solidFill>
          <a:ln w="14288">
            <a:solidFill>
              <a:srgbClr val="C7D5E6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ns2:creationId id="{FF53E3C7-FFC3-429A-8006-B94BB0A02D50}"/>
              </a:ext>
            </a:extLst>
          </p:cNvPr>
          <p:cNvSpPr>
            <a:spLocks noGrp="1"/>
          </p:cNvSpPr>
          <p:nvPr/>
        </p:nvSpPr>
        <p:spPr>
          <a:xfrm>
            <a:off x="2551176" y="2676525"/>
            <a:ext cx="109728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Amazon SES</a:t>
            </a:r>
          </a:p>
        </p:txBody>
      </p:sp>
      <p:sp>
        <p:nvSpPr>
          <p:cNvPr id="17" name="Rectangle 16">
            <a:extLst>
              <a:ext uri="{FF2B5EF4-FFF2-40B4-BE49-F238E27FC236}">
                <ns2:creationId id="{5E909F0B-BAA3-47B1-949E-F68EEAE84E6A}"/>
              </a:ext>
            </a:extLst>
          </p:cNvPr>
          <p:cNvSpPr>
            <a:spLocks noGrp="1"/>
          </p:cNvSpPr>
          <p:nvPr/>
        </p:nvSpPr>
        <p:spPr>
          <a:xfrm>
            <a:off x="2551176" y="2857500"/>
            <a:ext cx="1097280" cy="1737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inbound mail</a:t>
            </a:r>
          </a:p>
        </p:txBody>
      </p:sp>
      <p:sp>
        <p:nvSpPr>
          <p:cNvPr id="18" name="">
            <a:extLst>
              <a:ext uri="{FF2B5EF4-FFF2-40B4-BE49-F238E27FC236}">
                <ns2:creationId id="{C5CFE801-E1CE-4DE3-9751-F928A7A38013}"/>
              </a:ext>
            </a:extLst>
          </p:cNvPr>
          <p:cNvSpPr>
            <a:spLocks noGrp="1"/>
          </p:cNvSpPr>
          <p:nvPr/>
        </p:nvSpPr>
        <p:spPr>
          <a:xfrm>
            <a:off x="3790950" y="2781300"/>
            <a:ext cx="266700" cy="114300"/>
          </a:xfrm>
          <a:prstGeom prst="rightArrow">
            <a:avLst/>
          </a:prstGeom>
          <a:solidFill>
            <a:srgbClr val="6A4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9">
            <a:extLst>
              <a:ext uri="{FF2B5EF4-FFF2-40B4-BE49-F238E27FC236}">
                <ns2:creationId id="{DB8D01FC-D2D3-4A84-8E09-2FADDEBD8581}"/>
              </a:ext>
            </a:extLst>
          </p:cNvPr>
          <p:cNvSpPr>
            <a:spLocks noGrp="1"/>
          </p:cNvSpPr>
          <p:nvPr/>
        </p:nvSpPr>
        <p:spPr>
          <a:xfrm>
            <a:off x="4133850" y="2552700"/>
            <a:ext cx="1219200" cy="571500"/>
          </a:xfrm>
          <a:prstGeom prst="rect">
            <a:avLst/>
          </a:prstGeom>
          <a:solidFill>
            <a:srgbClr val="FFFFFF"/>
          </a:solidFill>
          <a:ln w="14288">
            <a:solidFill>
              <a:srgbClr val="C7D5E6"/>
            </a:solidFill>
            <a:prstDash val="solid"/>
          </a:ln>
        </p:spPr>
      </p:sp>
      <p:sp>
        <p:nvSpPr>
          <p:cNvPr id="20" name="Rectangle 20">
            <a:extLst>
              <a:ext uri="{FF2B5EF4-FFF2-40B4-BE49-F238E27FC236}">
                <ns2:creationId id="{79EE2980-A352-47B6-AD72-9DB3D9A0FE24}"/>
              </a:ext>
            </a:extLst>
          </p:cNvPr>
          <p:cNvSpPr>
            <a:spLocks noGrp="1"/>
          </p:cNvSpPr>
          <p:nvPr/>
        </p:nvSpPr>
        <p:spPr>
          <a:xfrm>
            <a:off x="4248150" y="2676525"/>
            <a:ext cx="99060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S3</a:t>
            </a:r>
          </a:p>
        </p:txBody>
      </p:sp>
      <p:sp>
        <p:nvSpPr>
          <p:cNvPr id="21" name="Rectangle 21">
            <a:extLst>
              <a:ext uri="{FF2B5EF4-FFF2-40B4-BE49-F238E27FC236}">
                <ns2:creationId id="{6FCBFD91-BFB8-4392-AC90-6645CF8E676D}"/>
              </a:ext>
            </a:extLst>
          </p:cNvPr>
          <p:cNvSpPr>
            <a:spLocks noGrp="1"/>
          </p:cNvSpPr>
          <p:nvPr/>
        </p:nvSpPr>
        <p:spPr>
          <a:xfrm>
            <a:off x="4258056" y="2850452"/>
            <a:ext cx="990600" cy="1737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raw MIME</a:t>
            </a:r>
          </a:p>
        </p:txBody>
      </p:sp>
      <p:sp>
        <p:nvSpPr>
          <p:cNvPr id="22" name="">
            <a:extLst>
              <a:ext uri="{FF2B5EF4-FFF2-40B4-BE49-F238E27FC236}">
                <ns2:creationId id="{FF6BFDF3-266A-4350-A27C-9C2FF09118EE}"/>
              </a:ext>
            </a:extLst>
          </p:cNvPr>
          <p:cNvSpPr>
            <a:spLocks noGrp="1"/>
          </p:cNvSpPr>
          <p:nvPr/>
        </p:nvSpPr>
        <p:spPr>
          <a:xfrm>
            <a:off x="5429250" y="2781300"/>
            <a:ext cx="266700" cy="114300"/>
          </a:xfrm>
          <a:prstGeom prst="rightArrow">
            <a:avLst/>
          </a:prstGeom>
          <a:solidFill>
            <a:srgbClr val="6A4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4">
            <a:extLst>
              <a:ext uri="{FF2B5EF4-FFF2-40B4-BE49-F238E27FC236}">
                <ns2:creationId id="{CD916436-F54F-423C-AC93-26BB41DF07BA}"/>
              </a:ext>
            </a:extLst>
          </p:cNvPr>
          <p:cNvSpPr>
            <a:spLocks noGrp="1"/>
          </p:cNvSpPr>
          <p:nvPr/>
        </p:nvSpPr>
        <p:spPr>
          <a:xfrm>
            <a:off x="5772150" y="2552700"/>
            <a:ext cx="1219200" cy="571500"/>
          </a:xfrm>
          <a:prstGeom prst="rect">
            <a:avLst/>
          </a:prstGeom>
          <a:solidFill>
            <a:srgbClr val="FFFFFF"/>
          </a:solidFill>
          <a:ln w="14288">
            <a:solidFill>
              <a:srgbClr val="C7D5E6"/>
            </a:solidFill>
            <a:prstDash val="solid"/>
          </a:ln>
        </p:spPr>
      </p:sp>
      <p:sp>
        <p:nvSpPr>
          <p:cNvPr id="24" name="Rectangle 25">
            <a:extLst>
              <a:ext uri="{FF2B5EF4-FFF2-40B4-BE49-F238E27FC236}">
                <ns2:creationId id="{C390004B-868F-4A36-8671-EC9118298EF1}"/>
              </a:ext>
            </a:extLst>
          </p:cNvPr>
          <p:cNvSpPr>
            <a:spLocks noGrp="1"/>
          </p:cNvSpPr>
          <p:nvPr/>
        </p:nvSpPr>
        <p:spPr>
          <a:xfrm>
            <a:off x="5886450" y="2676525"/>
            <a:ext cx="99060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EventBridge</a:t>
            </a:r>
          </a:p>
        </p:txBody>
      </p:sp>
      <p:sp>
        <p:nvSpPr>
          <p:cNvPr id="25" name="Rectangle 26">
            <a:extLst>
              <a:ext uri="{FF2B5EF4-FFF2-40B4-BE49-F238E27FC236}">
                <ns2:creationId id="{EDCE0DD2-2F02-4A5F-B318-CF8BD538562F}"/>
              </a:ext>
            </a:extLst>
          </p:cNvPr>
          <p:cNvSpPr>
            <a:spLocks noGrp="1"/>
          </p:cNvSpPr>
          <p:nvPr/>
        </p:nvSpPr>
        <p:spPr>
          <a:xfrm>
            <a:off x="5886450" y="2860234"/>
            <a:ext cx="990600" cy="1737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MailReceived</a:t>
            </a:r>
          </a:p>
        </p:txBody>
      </p:sp>
      <p:sp>
        <p:nvSpPr>
          <p:cNvPr id="26" name="">
            <a:extLst>
              <a:ext uri="{FF2B5EF4-FFF2-40B4-BE49-F238E27FC236}">
                <ns2:creationId id="{B91183D8-FA36-4144-8129-778DDA1CBC13}"/>
              </a:ext>
            </a:extLst>
          </p:cNvPr>
          <p:cNvSpPr>
            <a:spLocks noGrp="1"/>
          </p:cNvSpPr>
          <p:nvPr/>
        </p:nvSpPr>
        <p:spPr>
          <a:xfrm>
            <a:off x="7067550" y="2781300"/>
            <a:ext cx="266700" cy="114300"/>
          </a:xfrm>
          <a:prstGeom prst="rightArrow">
            <a:avLst/>
          </a:prstGeom>
          <a:solidFill>
            <a:srgbClr val="6A4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9">
            <a:extLst>
              <a:ext uri="{FF2B5EF4-FFF2-40B4-BE49-F238E27FC236}">
                <ns2:creationId id="{379CB119-69D2-4C0D-954D-9FA2C95DE278}"/>
              </a:ext>
            </a:extLst>
          </p:cNvPr>
          <p:cNvSpPr>
            <a:spLocks noGrp="1"/>
          </p:cNvSpPr>
          <p:nvPr/>
        </p:nvSpPr>
        <p:spPr>
          <a:xfrm>
            <a:off x="7410450" y="2552700"/>
            <a:ext cx="1219200" cy="571500"/>
          </a:xfrm>
          <a:prstGeom prst="rect">
            <a:avLst/>
          </a:prstGeom>
          <a:solidFill>
            <a:srgbClr val="FFFFFF"/>
          </a:solidFill>
          <a:ln w="14288">
            <a:solidFill>
              <a:srgbClr val="C7D5E6"/>
            </a:solidFill>
            <a:prstDash val="solid"/>
          </a:ln>
        </p:spPr>
      </p:sp>
      <p:sp>
        <p:nvSpPr>
          <p:cNvPr id="28" name="Rectangle 30">
            <a:extLst>
              <a:ext uri="{FF2B5EF4-FFF2-40B4-BE49-F238E27FC236}">
                <ns2:creationId id="{8B2E096D-FAF3-4C6A-906B-FA6348F6FA1F}"/>
              </a:ext>
            </a:extLst>
          </p:cNvPr>
          <p:cNvSpPr>
            <a:spLocks noGrp="1"/>
          </p:cNvSpPr>
          <p:nvPr/>
        </p:nvSpPr>
        <p:spPr>
          <a:xfrm>
            <a:off x="7470648" y="2676525"/>
            <a:ext cx="109728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Step Functions</a:t>
            </a:r>
          </a:p>
        </p:txBody>
      </p:sp>
      <p:sp>
        <p:nvSpPr>
          <p:cNvPr id="29" name="Rectangle 31">
            <a:extLst>
              <a:ext uri="{FF2B5EF4-FFF2-40B4-BE49-F238E27FC236}">
                <ns2:creationId id="{35D793FC-A48E-4EFE-949E-F521B1EC1CB8}"/>
              </a:ext>
            </a:extLst>
          </p:cNvPr>
          <p:cNvSpPr>
            <a:spLocks noGrp="1"/>
          </p:cNvSpPr>
          <p:nvPr/>
        </p:nvSpPr>
        <p:spPr>
          <a:xfrm>
            <a:off x="7450264" y="2848928"/>
            <a:ext cx="1097280" cy="1737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30" name="">
            <a:extLst>
              <a:ext uri="{FF2B5EF4-FFF2-40B4-BE49-F238E27FC236}">
                <ns2:creationId id="{B8F2D511-AD97-4010-BA71-8F255452C90D}"/>
              </a:ext>
            </a:extLst>
          </p:cNvPr>
          <p:cNvSpPr>
            <a:spLocks noGrp="1"/>
          </p:cNvSpPr>
          <p:nvPr/>
        </p:nvSpPr>
        <p:spPr>
          <a:xfrm>
            <a:off x="8705850" y="2781300"/>
            <a:ext cx="266700" cy="114300"/>
          </a:xfrm>
          <a:prstGeom prst="rightArrow">
            <a:avLst/>
          </a:prstGeom>
          <a:solidFill>
            <a:srgbClr val="6A4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Rectangle 34">
            <a:extLst>
              <a:ext uri="{FF2B5EF4-FFF2-40B4-BE49-F238E27FC236}">
                <ns2:creationId id="{A94DD682-FBB7-40A0-A0A2-857FB8B3476A}"/>
              </a:ext>
            </a:extLst>
          </p:cNvPr>
          <p:cNvSpPr>
            <a:spLocks noGrp="1"/>
          </p:cNvSpPr>
          <p:nvPr/>
        </p:nvSpPr>
        <p:spPr>
          <a:xfrm>
            <a:off x="9048750" y="2552700"/>
            <a:ext cx="1219200" cy="571500"/>
          </a:xfrm>
          <a:prstGeom prst="rect">
            <a:avLst/>
          </a:prstGeom>
          <a:solidFill>
            <a:srgbClr val="FFFFFF"/>
          </a:solidFill>
          <a:ln w="14288">
            <a:solidFill>
              <a:srgbClr val="C7D5E6"/>
            </a:solidFill>
            <a:prstDash val="solid"/>
          </a:ln>
        </p:spPr>
      </p:sp>
      <p:sp>
        <p:nvSpPr>
          <p:cNvPr id="32" name="Rectangle 35">
            <a:extLst>
              <a:ext uri="{FF2B5EF4-FFF2-40B4-BE49-F238E27FC236}">
                <ns2:creationId id="{CC409197-CFE4-4DC1-AEA2-35CE1417AEDB}"/>
              </a:ext>
            </a:extLst>
          </p:cNvPr>
          <p:cNvSpPr>
            <a:spLocks noGrp="1"/>
          </p:cNvSpPr>
          <p:nvPr/>
        </p:nvSpPr>
        <p:spPr>
          <a:xfrm>
            <a:off x="9163050" y="2676525"/>
            <a:ext cx="99060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Lambda</a:t>
            </a:r>
          </a:p>
        </p:txBody>
      </p:sp>
      <p:sp>
        <p:nvSpPr>
          <p:cNvPr id="33" name="Rectangle 36">
            <a:extLst>
              <a:ext uri="{FF2B5EF4-FFF2-40B4-BE49-F238E27FC236}">
                <ns2:creationId id="{C87372A8-FBA3-4FFA-8C99-2EEF84FEF07F}"/>
              </a:ext>
            </a:extLst>
          </p:cNvPr>
          <p:cNvSpPr>
            <a:spLocks noGrp="1"/>
          </p:cNvSpPr>
          <p:nvPr/>
        </p:nvSpPr>
        <p:spPr>
          <a:xfrm>
            <a:off x="9074258" y="2840736"/>
            <a:ext cx="1188720" cy="1737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parse · ML · scan</a:t>
            </a:r>
          </a:p>
        </p:txBody>
      </p:sp>
      <p:sp>
        <p:nvSpPr>
          <p:cNvPr id="34" name="">
            <a:extLst>
              <a:ext uri="{FF2B5EF4-FFF2-40B4-BE49-F238E27FC236}">
                <ns2:creationId id="{BBA9467A-09AC-4E35-A583-C231CE72DBFE}"/>
              </a:ext>
            </a:extLst>
          </p:cNvPr>
          <p:cNvSpPr>
            <a:spLocks noGrp="1"/>
          </p:cNvSpPr>
          <p:nvPr/>
        </p:nvSpPr>
        <p:spPr>
          <a:xfrm>
            <a:off x="9569577" y="3438144"/>
            <a:ext cx="209550" cy="576072"/>
          </a:xfrm>
          <a:prstGeom prst="downArrow">
            <a:avLst/>
          </a:prstGeom>
          <a:solidFill>
            <a:srgbClr val="6A4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Rectangle 39">
            <a:extLst>
              <a:ext uri="{FF2B5EF4-FFF2-40B4-BE49-F238E27FC236}">
                <ns2:creationId id="{002C6C56-F066-40A0-BF06-A10991CE1A87}"/>
              </a:ext>
            </a:extLst>
          </p:cNvPr>
          <p:cNvSpPr>
            <a:spLocks noGrp="1"/>
          </p:cNvSpPr>
          <p:nvPr/>
        </p:nvSpPr>
        <p:spPr>
          <a:xfrm>
            <a:off x="723900" y="3752850"/>
            <a:ext cx="4381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9" b="1">
                <a:solidFill>
                  <a:srgbClr val="6A4DFF"/>
                </a:solidFill>
                <a:latin typeface="Aptos"/>
                <a:ea typeface="Aptos"/>
                <a:cs typeface="Aptos"/>
              </a:defRPr>
            </a:pPr>
            <a:r>
              <a:rPr sz="1069" b="1">
                <a:solidFill>
                  <a:srgbClr val="6A4DFF"/>
                </a:solidFill>
                <a:latin typeface="Aptos"/>
                <a:ea typeface="Aptos"/>
                <a:cs typeface="Aptos"/>
              </a:rPr>
              <a:t>Persistence and authenticated review</a:t>
            </a:r>
          </a:p>
        </p:txBody>
      </p:sp>
      <p:sp>
        <p:nvSpPr>
          <p:cNvPr id="36" name="Rectangle 40">
            <a:extLst>
              <a:ext uri="{FF2B5EF4-FFF2-40B4-BE49-F238E27FC236}">
                <ns2:creationId id="{D9BB6BDA-0943-4E56-B823-6E64225CFAFC}"/>
              </a:ext>
            </a:extLst>
          </p:cNvPr>
          <p:cNvSpPr>
            <a:spLocks noGrp="1"/>
          </p:cNvSpPr>
          <p:nvPr/>
        </p:nvSpPr>
        <p:spPr>
          <a:xfrm>
            <a:off x="609600" y="4038600"/>
            <a:ext cx="10972800" cy="1123950"/>
          </a:xfrm>
          <a:prstGeom prst="rect">
            <a:avLst/>
          </a:prstGeom>
          <a:solidFill>
            <a:srgbClr val="F9FBFF"/>
          </a:solidFill>
          <a:ln w="14288">
            <a:solidFill>
              <a:srgbClr val="C7D5E6"/>
            </a:solidFill>
            <a:prstDash val="solid"/>
          </a:ln>
        </p:spPr>
      </p:sp>
      <p:sp>
        <p:nvSpPr>
          <p:cNvPr id="37" name="Rectangle 41">
            <a:extLst>
              <a:ext uri="{FF2B5EF4-FFF2-40B4-BE49-F238E27FC236}">
                <ns2:creationId id="{08D1E95D-9470-4223-A764-B94ABC71F869}"/>
              </a:ext>
            </a:extLst>
          </p:cNvPr>
          <p:cNvSpPr>
            <a:spLocks noGrp="1"/>
          </p:cNvSpPr>
          <p:nvPr/>
        </p:nvSpPr>
        <p:spPr>
          <a:xfrm>
            <a:off x="1714500" y="4381500"/>
            <a:ext cx="163830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C7D5E6"/>
            </a:solidFill>
            <a:prstDash val="solid"/>
          </a:ln>
        </p:spPr>
      </p:sp>
      <p:sp>
        <p:nvSpPr>
          <p:cNvPr id="38" name="Rectangle 42">
            <a:extLst>
              <a:ext uri="{FF2B5EF4-FFF2-40B4-BE49-F238E27FC236}">
                <ns2:creationId id="{8087462B-BACF-43AB-B43A-E62ADECD6C13}"/>
              </a:ext>
            </a:extLst>
          </p:cNvPr>
          <p:cNvSpPr>
            <a:spLocks noGrp="1"/>
          </p:cNvSpPr>
          <p:nvPr/>
        </p:nvSpPr>
        <p:spPr>
          <a:xfrm>
            <a:off x="1828800" y="4505325"/>
            <a:ext cx="140970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React dashboard</a:t>
            </a:r>
          </a:p>
        </p:txBody>
      </p:sp>
      <p:sp>
        <p:nvSpPr>
          <p:cNvPr id="39" name="Rectangle 43">
            <a:extLst>
              <a:ext uri="{FF2B5EF4-FFF2-40B4-BE49-F238E27FC236}">
                <ns2:creationId id="{DD124588-67AD-4323-93BE-A8424AA4509D}"/>
              </a:ext>
            </a:extLst>
          </p:cNvPr>
          <p:cNvSpPr>
            <a:spLocks noGrp="1"/>
          </p:cNvSpPr>
          <p:nvPr/>
        </p:nvSpPr>
        <p:spPr>
          <a:xfrm>
            <a:off x="1828800" y="4678261"/>
            <a:ext cx="1409700" cy="19202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user/admin review</a:t>
            </a:r>
          </a:p>
        </p:txBody>
      </p:sp>
      <p:sp>
        <p:nvSpPr>
          <p:cNvPr id="40" name="">
            <a:extLst>
              <a:ext uri="{FF2B5EF4-FFF2-40B4-BE49-F238E27FC236}">
                <ns2:creationId id="{7E6A8CC7-428A-4531-9037-0FCBA7D2D42E}"/>
              </a:ext>
            </a:extLst>
          </p:cNvPr>
          <p:cNvSpPr>
            <a:spLocks noGrp="1"/>
          </p:cNvSpPr>
          <p:nvPr/>
        </p:nvSpPr>
        <p:spPr>
          <a:xfrm>
            <a:off x="3448050" y="4619625"/>
            <a:ext cx="466725" cy="114300"/>
          </a:xfrm>
          <a:prstGeom prst="leftArrow">
            <a:avLst/>
          </a:prstGeom>
          <a:solidFill>
            <a:srgbClr val="6A4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Rectangle 46">
            <a:extLst>
              <a:ext uri="{FF2B5EF4-FFF2-40B4-BE49-F238E27FC236}">
                <ns2:creationId id="{5B6A716B-4170-41E3-8EFF-7A063764877C}"/>
              </a:ext>
            </a:extLst>
          </p:cNvPr>
          <p:cNvSpPr>
            <a:spLocks noGrp="1"/>
          </p:cNvSpPr>
          <p:nvPr/>
        </p:nvSpPr>
        <p:spPr>
          <a:xfrm>
            <a:off x="4000500" y="4381500"/>
            <a:ext cx="163830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C7D5E6"/>
            </a:solidFill>
            <a:prstDash val="solid"/>
          </a:ln>
        </p:spPr>
      </p:sp>
      <p:sp>
        <p:nvSpPr>
          <p:cNvPr id="42" name="Rectangle 47">
            <a:extLst>
              <a:ext uri="{FF2B5EF4-FFF2-40B4-BE49-F238E27FC236}">
                <ns2:creationId id="{C438D013-AE29-4E0D-B712-01AF46893AB2}"/>
              </a:ext>
            </a:extLst>
          </p:cNvPr>
          <p:cNvSpPr>
            <a:spLocks noGrp="1"/>
          </p:cNvSpPr>
          <p:nvPr/>
        </p:nvSpPr>
        <p:spPr>
          <a:xfrm>
            <a:off x="4114800" y="4505325"/>
            <a:ext cx="140970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FastAPI</a:t>
            </a:r>
          </a:p>
        </p:txBody>
      </p:sp>
      <p:sp>
        <p:nvSpPr>
          <p:cNvPr id="43" name="Rectangle 48">
            <a:extLst>
              <a:ext uri="{FF2B5EF4-FFF2-40B4-BE49-F238E27FC236}">
                <ns2:creationId id="{6A4D8835-22C8-41DE-AF9A-E45F937A0BDA}"/>
              </a:ext>
            </a:extLst>
          </p:cNvPr>
          <p:cNvSpPr>
            <a:spLocks noGrp="1"/>
          </p:cNvSpPr>
          <p:nvPr/>
        </p:nvSpPr>
        <p:spPr>
          <a:xfrm>
            <a:off x="4114800" y="4678261"/>
            <a:ext cx="1409700" cy="19202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authenticated API</a:t>
            </a:r>
          </a:p>
        </p:txBody>
      </p:sp>
      <p:sp>
        <p:nvSpPr>
          <p:cNvPr id="44" name="">
            <a:extLst>
              <a:ext uri="{FF2B5EF4-FFF2-40B4-BE49-F238E27FC236}">
                <ns2:creationId id="{CC0CADB6-6DEE-40F1-A7B8-AE3111F8C309}"/>
              </a:ext>
            </a:extLst>
          </p:cNvPr>
          <p:cNvSpPr>
            <a:spLocks noGrp="1"/>
          </p:cNvSpPr>
          <p:nvPr/>
        </p:nvSpPr>
        <p:spPr>
          <a:xfrm>
            <a:off x="5734050" y="4619625"/>
            <a:ext cx="466725" cy="114300"/>
          </a:xfrm>
          <a:prstGeom prst="leftArrow">
            <a:avLst/>
          </a:prstGeom>
          <a:solidFill>
            <a:srgbClr val="6A4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Rectangle 51">
            <a:extLst>
              <a:ext uri="{FF2B5EF4-FFF2-40B4-BE49-F238E27FC236}">
                <ns2:creationId id="{338DB6DD-1B02-486E-B21E-819FA489FB3F}"/>
              </a:ext>
            </a:extLst>
          </p:cNvPr>
          <p:cNvSpPr>
            <a:spLocks noGrp="1"/>
          </p:cNvSpPr>
          <p:nvPr/>
        </p:nvSpPr>
        <p:spPr>
          <a:xfrm>
            <a:off x="6286500" y="4381500"/>
            <a:ext cx="163830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C7D5E6"/>
            </a:solidFill>
            <a:prstDash val="solid"/>
          </a:ln>
        </p:spPr>
      </p:sp>
      <p:sp>
        <p:nvSpPr>
          <p:cNvPr id="46" name="Rectangle 52">
            <a:extLst>
              <a:ext uri="{FF2B5EF4-FFF2-40B4-BE49-F238E27FC236}">
                <ns2:creationId id="{D57844E7-FC4E-480C-9583-C1393BFBD2BD}"/>
              </a:ext>
            </a:extLst>
          </p:cNvPr>
          <p:cNvSpPr>
            <a:spLocks noGrp="1"/>
          </p:cNvSpPr>
          <p:nvPr/>
        </p:nvSpPr>
        <p:spPr>
          <a:xfrm>
            <a:off x="6400800" y="4505325"/>
            <a:ext cx="140970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DynamoDB</a:t>
            </a:r>
          </a:p>
        </p:txBody>
      </p:sp>
      <p:sp>
        <p:nvSpPr>
          <p:cNvPr id="47" name="Rectangle 53">
            <a:extLst>
              <a:ext uri="{FF2B5EF4-FFF2-40B4-BE49-F238E27FC236}">
                <ns2:creationId id="{26358DC6-98EA-4D4B-9DBE-338BDD383E97}"/>
              </a:ext>
            </a:extLst>
          </p:cNvPr>
          <p:cNvSpPr>
            <a:spLocks noGrp="1"/>
          </p:cNvSpPr>
          <p:nvPr/>
        </p:nvSpPr>
        <p:spPr>
          <a:xfrm>
            <a:off x="6400800" y="4678261"/>
            <a:ext cx="1409700" cy="19202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ledger · inbox · audit</a:t>
            </a:r>
          </a:p>
        </p:txBody>
      </p:sp>
      <p:sp>
        <p:nvSpPr>
          <p:cNvPr id="48" name="">
            <a:extLst>
              <a:ext uri="{FF2B5EF4-FFF2-40B4-BE49-F238E27FC236}">
                <ns2:creationId id="{66A19D1B-16AC-45D6-B905-5DAA1D3DB8F5}"/>
              </a:ext>
            </a:extLst>
          </p:cNvPr>
          <p:cNvSpPr>
            <a:spLocks noGrp="1"/>
          </p:cNvSpPr>
          <p:nvPr/>
        </p:nvSpPr>
        <p:spPr>
          <a:xfrm>
            <a:off x="8020050" y="4619625"/>
            <a:ext cx="466725" cy="114300"/>
          </a:xfrm>
          <a:prstGeom prst="leftArrow">
            <a:avLst/>
          </a:prstGeom>
          <a:solidFill>
            <a:srgbClr val="6A4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Rectangle 56">
            <a:extLst>
              <a:ext uri="{FF2B5EF4-FFF2-40B4-BE49-F238E27FC236}">
                <ns2:creationId id="{9575A652-BB36-4C21-B5E7-A357692451DA}"/>
              </a:ext>
            </a:extLst>
          </p:cNvPr>
          <p:cNvSpPr>
            <a:spLocks noGrp="1"/>
          </p:cNvSpPr>
          <p:nvPr/>
        </p:nvSpPr>
        <p:spPr>
          <a:xfrm>
            <a:off x="8572500" y="4381500"/>
            <a:ext cx="163830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C7D5E6"/>
            </a:solidFill>
            <a:prstDash val="solid"/>
          </a:ln>
        </p:spPr>
      </p:sp>
      <p:sp>
        <p:nvSpPr>
          <p:cNvPr id="50" name="Rectangle 57">
            <a:extLst>
              <a:ext uri="{FF2B5EF4-FFF2-40B4-BE49-F238E27FC236}">
                <ns2:creationId id="{783B158A-BA37-4F6D-B3E6-5F68E6E71C18}"/>
              </a:ext>
            </a:extLst>
          </p:cNvPr>
          <p:cNvSpPr>
            <a:spLocks noGrp="1"/>
          </p:cNvSpPr>
          <p:nvPr/>
        </p:nvSpPr>
        <p:spPr>
          <a:xfrm>
            <a:off x="8686800" y="4505325"/>
            <a:ext cx="140970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S3 artifacts</a:t>
            </a:r>
          </a:p>
        </p:txBody>
      </p:sp>
      <p:sp>
        <p:nvSpPr>
          <p:cNvPr id="51" name="Rectangle 58">
            <a:extLst>
              <a:ext uri="{FF2B5EF4-FFF2-40B4-BE49-F238E27FC236}">
                <ns2:creationId id="{93D50616-806C-4F4A-8022-E8C53BF20E7A}"/>
              </a:ext>
            </a:extLst>
          </p:cNvPr>
          <p:cNvSpPr>
            <a:spLocks noGrp="1"/>
          </p:cNvSpPr>
          <p:nvPr/>
        </p:nvSpPr>
        <p:spPr>
          <a:xfrm>
            <a:off x="8721671" y="4678261"/>
            <a:ext cx="1409700" cy="19202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parsed bodies · files</a:t>
            </a:r>
          </a:p>
        </p:txBody>
      </p:sp>
      <p:sp>
        <p:nvSpPr>
          <p:cNvPr id="52" name="Rectangle 59">
            <a:extLst>
              <a:ext uri="{FF2B5EF4-FFF2-40B4-BE49-F238E27FC236}">
                <ns2:creationId id="{540224BD-D505-4862-BB1B-7F8657E0B6BB}"/>
              </a:ext>
            </a:extLst>
          </p:cNvPr>
          <p:cNvSpPr>
            <a:spLocks noGrp="1"/>
          </p:cNvSpPr>
          <p:nvPr/>
        </p:nvSpPr>
        <p:spPr>
          <a:xfrm>
            <a:off x="1619250" y="5468112"/>
            <a:ext cx="8953500" cy="53035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38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Raw bodies and extracted files remain in S3.</a:t>
            </a:r>
          </a:p>
          <a:p>
            <a:pPr algn="ctr">
              <a:defRPr sz="1238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Compact review state remains queryable in DynamoDB.</a:t>
            </a:r>
          </a:p>
        </p:txBody>
      </p:sp>
    </p:spTree>
    <p:extLst>
      <p:ext uri="{BB962C8B-B14F-4D97-AF65-F5344CB8AC3E}">
        <ns3:creationId val="1089980483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52">
            <a:extLst>
              <a:ext uri="{FF2B5EF4-FFF2-40B4-BE49-F238E27FC236}">
                <ns2:creationId id="{01A8931E-6684-4A8B-A93E-0529938D293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1">
            <a:extLst>
              <a:ext uri="{FF2B5EF4-FFF2-40B4-BE49-F238E27FC236}">
                <ns2:creationId id="{A3700FF2-5BC1-480A-A5A6-72289FDA1BD0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266700" cy="57150"/>
          </a:xfrm>
          <a:prstGeom prst="rect">
            <a:avLst/>
          </a:prstGeom>
          <a:solidFill>
            <a:srgbClr val="6A4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2">
            <a:extLst>
              <a:ext uri="{FF2B5EF4-FFF2-40B4-BE49-F238E27FC236}">
                <ns2:creationId id="{33F83283-FFCA-446B-B2E4-0CA13D94F85D}"/>
              </a:ext>
            </a:extLst>
          </p:cNvPr>
          <p:cNvSpPr>
            <a:spLocks noGrp="1"/>
          </p:cNvSpPr>
          <p:nvPr/>
        </p:nvSpPr>
        <p:spPr>
          <a:xfrm>
            <a:off x="990600" y="257175"/>
            <a:ext cx="400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56" b="1">
                <a:solidFill>
                  <a:srgbClr val="6A4DFF"/>
                </a:solidFill>
                <a:latin typeface="Aptos"/>
                <a:ea typeface="Aptos"/>
                <a:cs typeface="Aptos"/>
              </a:defRPr>
            </a:pPr>
            <a:r>
              <a:rPr sz="956" b="1">
                <a:solidFill>
                  <a:srgbClr val="6A4DFF"/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5" name="Rectangle 3">
            <a:extLst>
              <a:ext uri="{FF2B5EF4-FFF2-40B4-BE49-F238E27FC236}">
                <ns2:creationId id="{CD9AF065-4816-4EC3-94FB-F93317FE1079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0965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A normalized event moves through a short processing chain.</a:t>
            </a:r>
          </a:p>
        </p:txBody>
      </p:sp>
      <p:sp>
        <p:nvSpPr>
          <p:cNvPr id="6" name="Rectangle 4">
            <a:extLst>
              <a:ext uri="{FF2B5EF4-FFF2-40B4-BE49-F238E27FC236}">
                <ns2:creationId id="{3EE201FE-DC8F-4613-B90D-C04D79D3C6FE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10972800" cy="19050"/>
          </a:xfrm>
          <a:prstGeom prst="rect">
            <a:avLst/>
          </a:prstGeom>
          <a:solidFill>
            <a:srgbClr val="E2EA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5">
            <a:extLst>
              <a:ext uri="{FF2B5EF4-FFF2-40B4-BE49-F238E27FC236}">
                <ns2:creationId id="{7ADA124E-9A57-426C-B4EF-3621C9C5AB6D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1708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089"/>
                </a:solidFill>
                <a:latin typeface="Aptos"/>
                <a:ea typeface="Aptos"/>
                <a:cs typeface="Aptos"/>
              </a:rPr>
              <a:t>Cloud Email Analyzer</a:t>
            </a:r>
          </a:p>
        </p:txBody>
      </p:sp>
      <p:sp>
        <p:nvSpPr>
          <p:cNvPr id="8" name="Rectangle 6">
            <a:extLst>
              <a:ext uri="{FF2B5EF4-FFF2-40B4-BE49-F238E27FC236}">
                <ns2:creationId id="{AE1141AA-701F-48FC-962D-67736BF93652}"/>
              </a:ext>
            </a:extLst>
          </p:cNvPr>
          <p:cNvSpPr>
            <a:spLocks noGrp="1"/>
          </p:cNvSpPr>
          <p:nvPr/>
        </p:nvSpPr>
        <p:spPr>
          <a:xfrm>
            <a:off x="11258550" y="6429375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0">
                <a:solidFill>
                  <a:srgbClr val="61708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08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9" name="Rectangle 7">
            <a:extLst>
              <a:ext uri="{FF2B5EF4-FFF2-40B4-BE49-F238E27FC236}">
                <ns2:creationId id="{8105AB53-DBBA-4256-B715-E2D41BD704A5}"/>
              </a:ext>
            </a:extLst>
          </p:cNvPr>
          <p:cNvSpPr>
            <a:spLocks noGrp="1"/>
          </p:cNvSpPr>
          <p:nvPr/>
        </p:nvSpPr>
        <p:spPr>
          <a:xfrm>
            <a:off x="533400" y="2247900"/>
            <a:ext cx="111252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15716">
            <a:solidFill>
              <a:srgbClr val="93A9C1"/>
            </a:solidFill>
            <a:prstDash val="solid"/>
          </a:ln>
        </p:spPr>
      </p:sp>
      <p:sp>
        <p:nvSpPr>
          <p:cNvPr id="10" name="Rectangle 8">
            <a:extLst>
              <a:ext uri="{FF2B5EF4-FFF2-40B4-BE49-F238E27FC236}">
                <ns2:creationId id="{107369B7-1318-40DC-B1E1-C6AAE31AFCD8}"/>
              </a:ext>
            </a:extLst>
          </p:cNvPr>
          <p:cNvSpPr>
            <a:spLocks noGrp="1"/>
          </p:cNvSpPr>
          <p:nvPr/>
        </p:nvSpPr>
        <p:spPr>
          <a:xfrm>
            <a:off x="666750" y="2543175"/>
            <a:ext cx="1123950" cy="723900"/>
          </a:xfrm>
          <a:prstGeom prst="rect">
            <a:avLst/>
          </a:prstGeom>
          <a:solidFill>
            <a:srgbClr val="FFFFFF"/>
          </a:solidFill>
          <a:ln w="14288">
            <a:solidFill>
              <a:srgbClr val="C7D5E6"/>
            </a:solidFill>
            <a:prstDash val="solid"/>
          </a:ln>
        </p:spPr>
      </p:sp>
      <p:sp>
        <p:nvSpPr>
          <p:cNvPr id="11" name="Rectangle 9">
            <a:extLst>
              <a:ext uri="{FF2B5EF4-FFF2-40B4-BE49-F238E27FC236}">
                <ns2:creationId id="{69514B6B-85AE-4E75-8D8D-F59B7723B3EE}"/>
              </a:ext>
            </a:extLst>
          </p:cNvPr>
          <p:cNvSpPr>
            <a:spLocks noGrp="1"/>
          </p:cNvSpPr>
          <p:nvPr/>
        </p:nvSpPr>
        <p:spPr>
          <a:xfrm>
            <a:off x="781050" y="2667000"/>
            <a:ext cx="8953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Mail</a:t>
            </a:r>
          </a:p>
          <a:p>
            <a:pPr algn="ctr">
              <a:defRPr sz="9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Received</a:t>
            </a:r>
          </a:p>
        </p:txBody>
      </p:sp>
      <p:sp>
        <p:nvSpPr>
          <p:cNvPr id="12" name="Rectangle 10">
            <a:extLst>
              <a:ext uri="{FF2B5EF4-FFF2-40B4-BE49-F238E27FC236}">
                <ns2:creationId id="{CC98644F-DEBA-4132-A8C1-06EF928CC2DE}"/>
              </a:ext>
            </a:extLst>
          </p:cNvPr>
          <p:cNvSpPr>
            <a:spLocks noGrp="1"/>
          </p:cNvSpPr>
          <p:nvPr/>
        </p:nvSpPr>
        <p:spPr>
          <a:xfrm>
            <a:off x="781812" y="3049524"/>
            <a:ext cx="896112" cy="20116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event</a:t>
            </a:r>
          </a:p>
        </p:txBody>
      </p:sp>
      <p:sp>
        <p:nvSpPr>
          <p:cNvPr id="13" name="">
            <a:extLst>
              <a:ext uri="{FF2B5EF4-FFF2-40B4-BE49-F238E27FC236}">
                <ns2:creationId id="{D2AD7E68-3571-4BB8-8596-D609A73EBC68}"/>
              </a:ext>
            </a:extLst>
          </p:cNvPr>
          <p:cNvSpPr>
            <a:spLocks noGrp="1"/>
          </p:cNvSpPr>
          <p:nvPr/>
        </p:nvSpPr>
        <p:spPr>
          <a:xfrm>
            <a:off x="1810512" y="2850642"/>
            <a:ext cx="228600" cy="114300"/>
          </a:xfrm>
          <a:prstGeom prst="rightArrow">
            <a:avLst/>
          </a:prstGeom>
          <a:solidFill>
            <a:srgbClr val="6A4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ns2:creationId id="{D01C0C7F-B847-413B-A92A-6112D42CE916}"/>
              </a:ext>
            </a:extLst>
          </p:cNvPr>
          <p:cNvSpPr>
            <a:spLocks noGrp="1"/>
          </p:cNvSpPr>
          <p:nvPr/>
        </p:nvSpPr>
        <p:spPr>
          <a:xfrm>
            <a:off x="2076450" y="2543175"/>
            <a:ext cx="1123950" cy="723900"/>
          </a:xfrm>
          <a:prstGeom prst="rect">
            <a:avLst/>
          </a:prstGeom>
          <a:solidFill>
            <a:srgbClr val="FFFFFF"/>
          </a:solidFill>
          <a:ln w="14288">
            <a:solidFill>
              <a:srgbClr val="C7D5E6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ns2:creationId id="{21E68AF6-E4C4-4563-A09B-991273BCFE89}"/>
              </a:ext>
            </a:extLst>
          </p:cNvPr>
          <p:cNvSpPr>
            <a:spLocks noGrp="1"/>
          </p:cNvSpPr>
          <p:nvPr/>
        </p:nvSpPr>
        <p:spPr>
          <a:xfrm>
            <a:off x="2190750" y="2667000"/>
            <a:ext cx="8953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InitLedger</a:t>
            </a:r>
          </a:p>
        </p:txBody>
      </p:sp>
      <p:sp>
        <p:nvSpPr>
          <p:cNvPr id="16" name="Rectangle 15">
            <a:extLst>
              <a:ext uri="{FF2B5EF4-FFF2-40B4-BE49-F238E27FC236}">
                <ns2:creationId id="{C4DA5F35-9E5C-476B-B138-BB13F66694AD}"/>
              </a:ext>
            </a:extLst>
          </p:cNvPr>
          <p:cNvSpPr>
            <a:spLocks noGrp="1"/>
          </p:cNvSpPr>
          <p:nvPr/>
        </p:nvSpPr>
        <p:spPr>
          <a:xfrm>
            <a:off x="2189988" y="3049524"/>
            <a:ext cx="896112" cy="20116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RECEIVED</a:t>
            </a:r>
          </a:p>
        </p:txBody>
      </p:sp>
      <p:sp>
        <p:nvSpPr>
          <p:cNvPr id="17" name="">
            <a:extLst>
              <a:ext uri="{FF2B5EF4-FFF2-40B4-BE49-F238E27FC236}">
                <ns2:creationId id="{26F08077-3F8F-4FA5-84B4-DE355ED868E9}"/>
              </a:ext>
            </a:extLst>
          </p:cNvPr>
          <p:cNvSpPr>
            <a:spLocks noGrp="1"/>
          </p:cNvSpPr>
          <p:nvPr/>
        </p:nvSpPr>
        <p:spPr>
          <a:xfrm>
            <a:off x="3218688" y="2850642"/>
            <a:ext cx="228600" cy="114300"/>
          </a:xfrm>
          <a:prstGeom prst="rightArrow">
            <a:avLst/>
          </a:prstGeom>
          <a:solidFill>
            <a:srgbClr val="6A4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8">
            <a:extLst>
              <a:ext uri="{FF2B5EF4-FFF2-40B4-BE49-F238E27FC236}">
                <ns2:creationId id="{ADF8153C-DF81-4E97-8719-D976040C6B0D}"/>
              </a:ext>
            </a:extLst>
          </p:cNvPr>
          <p:cNvSpPr>
            <a:spLocks noGrp="1"/>
          </p:cNvSpPr>
          <p:nvPr/>
        </p:nvSpPr>
        <p:spPr>
          <a:xfrm>
            <a:off x="3486150" y="2543175"/>
            <a:ext cx="1447800" cy="723900"/>
          </a:xfrm>
          <a:prstGeom prst="rect">
            <a:avLst/>
          </a:prstGeom>
          <a:solidFill>
            <a:srgbClr val="FFFFFF"/>
          </a:solidFill>
          <a:ln w="14288">
            <a:solidFill>
              <a:srgbClr val="C7D5E6"/>
            </a:solidFill>
            <a:prstDash val="solid"/>
          </a:ln>
        </p:spPr>
      </p:sp>
      <p:sp>
        <p:nvSpPr>
          <p:cNvPr id="19" name="Rectangle 19">
            <a:extLst>
              <a:ext uri="{FF2B5EF4-FFF2-40B4-BE49-F238E27FC236}">
                <ns2:creationId id="{3EF938BD-A848-4F28-A4C5-2BE2862B402E}"/>
              </a:ext>
            </a:extLst>
          </p:cNvPr>
          <p:cNvSpPr>
            <a:spLocks noGrp="1"/>
          </p:cNvSpPr>
          <p:nvPr/>
        </p:nvSpPr>
        <p:spPr>
          <a:xfrm>
            <a:off x="3600450" y="2667000"/>
            <a:ext cx="12192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Resolve</a:t>
            </a:r>
          </a:p>
          <a:p>
            <a:pPr algn="ctr">
              <a:defRPr sz="9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Recipients</a:t>
            </a:r>
          </a:p>
        </p:txBody>
      </p:sp>
      <p:sp>
        <p:nvSpPr>
          <p:cNvPr id="20" name="Rectangle 20">
            <a:extLst>
              <a:ext uri="{FF2B5EF4-FFF2-40B4-BE49-F238E27FC236}">
                <ns2:creationId id="{47712031-B670-4948-9166-C675ACCEBC85}"/>
              </a:ext>
            </a:extLst>
          </p:cNvPr>
          <p:cNvSpPr>
            <a:spLocks noGrp="1"/>
          </p:cNvSpPr>
          <p:nvPr/>
        </p:nvSpPr>
        <p:spPr>
          <a:xfrm>
            <a:off x="3600907" y="3049524"/>
            <a:ext cx="1218895" cy="20116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owners</a:t>
            </a:r>
          </a:p>
        </p:txBody>
      </p:sp>
      <p:sp>
        <p:nvSpPr>
          <p:cNvPr id="21" name="">
            <a:extLst>
              <a:ext uri="{FF2B5EF4-FFF2-40B4-BE49-F238E27FC236}">
                <ns2:creationId id="{7E804E9B-F73A-4F89-BA08-88CECF4A4CFA}"/>
              </a:ext>
            </a:extLst>
          </p:cNvPr>
          <p:cNvSpPr>
            <a:spLocks noGrp="1"/>
          </p:cNvSpPr>
          <p:nvPr/>
        </p:nvSpPr>
        <p:spPr>
          <a:xfrm>
            <a:off x="4946904" y="2850642"/>
            <a:ext cx="228600" cy="114300"/>
          </a:xfrm>
          <a:prstGeom prst="rightArrow">
            <a:avLst/>
          </a:prstGeom>
          <a:solidFill>
            <a:srgbClr val="6A4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3">
            <a:extLst>
              <a:ext uri="{FF2B5EF4-FFF2-40B4-BE49-F238E27FC236}">
                <ns2:creationId id="{E853FEB2-8560-4A8E-BACE-0FF562EC5CB6}"/>
              </a:ext>
            </a:extLst>
          </p:cNvPr>
          <p:cNvSpPr>
            <a:spLocks noGrp="1"/>
          </p:cNvSpPr>
          <p:nvPr/>
        </p:nvSpPr>
        <p:spPr>
          <a:xfrm>
            <a:off x="5219700" y="2543175"/>
            <a:ext cx="1257300" cy="723900"/>
          </a:xfrm>
          <a:prstGeom prst="rect">
            <a:avLst/>
          </a:prstGeom>
          <a:solidFill>
            <a:srgbClr val="FFFFFF"/>
          </a:solidFill>
          <a:ln w="14288">
            <a:solidFill>
              <a:srgbClr val="C7D5E6"/>
            </a:solidFill>
            <a:prstDash val="solid"/>
          </a:ln>
        </p:spPr>
      </p:sp>
      <p:sp>
        <p:nvSpPr>
          <p:cNvPr id="23" name="Rectangle 24">
            <a:extLst>
              <a:ext uri="{FF2B5EF4-FFF2-40B4-BE49-F238E27FC236}">
                <ns2:creationId id="{B897F0A7-851B-4931-BF7A-FDF05AE5D028}"/>
              </a:ext>
            </a:extLst>
          </p:cNvPr>
          <p:cNvSpPr>
            <a:spLocks noGrp="1"/>
          </p:cNvSpPr>
          <p:nvPr/>
        </p:nvSpPr>
        <p:spPr>
          <a:xfrm>
            <a:off x="5334000" y="2667000"/>
            <a:ext cx="1028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Parse</a:t>
            </a:r>
          </a:p>
          <a:p>
            <a:pPr algn="ctr">
              <a:defRPr sz="9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Email</a:t>
            </a:r>
          </a:p>
        </p:txBody>
      </p:sp>
      <p:sp>
        <p:nvSpPr>
          <p:cNvPr id="24" name="Rectangle 25">
            <a:extLst>
              <a:ext uri="{FF2B5EF4-FFF2-40B4-BE49-F238E27FC236}">
                <ns2:creationId id="{9032186C-0267-4A29-AB8D-EDE69373A2C9}"/>
              </a:ext>
            </a:extLst>
          </p:cNvPr>
          <p:cNvSpPr>
            <a:spLocks noGrp="1"/>
          </p:cNvSpPr>
          <p:nvPr/>
        </p:nvSpPr>
        <p:spPr>
          <a:xfrm>
            <a:off x="5333695" y="3049524"/>
            <a:ext cx="1028700" cy="20116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body, files</a:t>
            </a:r>
          </a:p>
        </p:txBody>
      </p:sp>
      <p:sp>
        <p:nvSpPr>
          <p:cNvPr id="25" name="">
            <a:extLst>
              <a:ext uri="{FF2B5EF4-FFF2-40B4-BE49-F238E27FC236}">
                <ns2:creationId id="{D376B76E-6F16-4C49-AB33-2C81A9C10C28}"/>
              </a:ext>
            </a:extLst>
          </p:cNvPr>
          <p:cNvSpPr>
            <a:spLocks noGrp="1"/>
          </p:cNvSpPr>
          <p:nvPr/>
        </p:nvSpPr>
        <p:spPr>
          <a:xfrm>
            <a:off x="6492240" y="2850642"/>
            <a:ext cx="219456" cy="114300"/>
          </a:xfrm>
          <a:prstGeom prst="rightArrow">
            <a:avLst/>
          </a:prstGeom>
          <a:solidFill>
            <a:srgbClr val="6A4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8">
            <a:extLst>
              <a:ext uri="{FF2B5EF4-FFF2-40B4-BE49-F238E27FC236}">
                <ns2:creationId id="{5899B455-7FC2-473A-B6E7-A08DC3EC5E68}"/>
              </a:ext>
            </a:extLst>
          </p:cNvPr>
          <p:cNvSpPr>
            <a:spLocks noGrp="1"/>
          </p:cNvSpPr>
          <p:nvPr/>
        </p:nvSpPr>
        <p:spPr>
          <a:xfrm>
            <a:off x="6743700" y="2543175"/>
            <a:ext cx="1276350" cy="723900"/>
          </a:xfrm>
          <a:prstGeom prst="rect">
            <a:avLst/>
          </a:prstGeom>
          <a:solidFill>
            <a:srgbClr val="FFFFFF"/>
          </a:solidFill>
          <a:ln w="14288">
            <a:solidFill>
              <a:srgbClr val="C7D5E6"/>
            </a:solidFill>
            <a:prstDash val="solid"/>
          </a:ln>
        </p:spPr>
      </p:sp>
      <p:sp>
        <p:nvSpPr>
          <p:cNvPr id="27" name="Rectangle 29">
            <a:extLst>
              <a:ext uri="{FF2B5EF4-FFF2-40B4-BE49-F238E27FC236}">
                <ns2:creationId id="{6F8878CC-19AD-41FD-9FCE-3AB6723149C4}"/>
              </a:ext>
            </a:extLst>
          </p:cNvPr>
          <p:cNvSpPr>
            <a:spLocks noGrp="1"/>
          </p:cNvSpPr>
          <p:nvPr/>
        </p:nvSpPr>
        <p:spPr>
          <a:xfrm>
            <a:off x="6858000" y="2667000"/>
            <a:ext cx="1047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Phishing</a:t>
            </a:r>
          </a:p>
          <a:p>
            <a:pPr algn="ctr">
              <a:defRPr sz="9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ML</a:t>
            </a:r>
          </a:p>
        </p:txBody>
      </p:sp>
      <p:sp>
        <p:nvSpPr>
          <p:cNvPr id="28" name="Rectangle 30">
            <a:extLst>
              <a:ext uri="{FF2B5EF4-FFF2-40B4-BE49-F238E27FC236}">
                <ns2:creationId id="{7F112F25-F6CE-416D-BD9A-4C48BF9D5560}"/>
              </a:ext>
            </a:extLst>
          </p:cNvPr>
          <p:cNvSpPr>
            <a:spLocks noGrp="1"/>
          </p:cNvSpPr>
          <p:nvPr/>
        </p:nvSpPr>
        <p:spPr>
          <a:xfrm>
            <a:off x="6858000" y="3049524"/>
            <a:ext cx="1047902" cy="20116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text verdict</a:t>
            </a:r>
          </a:p>
        </p:txBody>
      </p:sp>
      <p:sp>
        <p:nvSpPr>
          <p:cNvPr id="29" name="">
            <a:extLst>
              <a:ext uri="{FF2B5EF4-FFF2-40B4-BE49-F238E27FC236}">
                <ns2:creationId id="{8FD3C967-4767-44AA-AD09-E7A2AF190932}"/>
              </a:ext>
            </a:extLst>
          </p:cNvPr>
          <p:cNvSpPr>
            <a:spLocks noGrp="1"/>
          </p:cNvSpPr>
          <p:nvPr/>
        </p:nvSpPr>
        <p:spPr>
          <a:xfrm>
            <a:off x="8046720" y="2850642"/>
            <a:ext cx="219456" cy="114300"/>
          </a:xfrm>
          <a:prstGeom prst="rightArrow">
            <a:avLst/>
          </a:prstGeom>
          <a:solidFill>
            <a:srgbClr val="6A4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 33">
            <a:extLst>
              <a:ext uri="{FF2B5EF4-FFF2-40B4-BE49-F238E27FC236}">
                <ns2:creationId id="{8ADA97B2-95B7-44B7-B92D-BC808D0CCE3B}"/>
              </a:ext>
            </a:extLst>
          </p:cNvPr>
          <p:cNvSpPr>
            <a:spLocks noGrp="1"/>
          </p:cNvSpPr>
          <p:nvPr/>
        </p:nvSpPr>
        <p:spPr>
          <a:xfrm>
            <a:off x="8305800" y="2543175"/>
            <a:ext cx="1447800" cy="723900"/>
          </a:xfrm>
          <a:prstGeom prst="rect">
            <a:avLst/>
          </a:prstGeom>
          <a:solidFill>
            <a:srgbClr val="FFFFFF"/>
          </a:solidFill>
          <a:ln w="14288">
            <a:solidFill>
              <a:srgbClr val="C7D5E6"/>
            </a:solidFill>
            <a:prstDash val="solid"/>
          </a:ln>
        </p:spPr>
      </p:sp>
      <p:sp>
        <p:nvSpPr>
          <p:cNvPr id="31" name="Rectangle 34">
            <a:extLst>
              <a:ext uri="{FF2B5EF4-FFF2-40B4-BE49-F238E27FC236}">
                <ns2:creationId id="{F4E5E934-D302-45AC-B694-DC8BA9D21BF4}"/>
              </a:ext>
            </a:extLst>
          </p:cNvPr>
          <p:cNvSpPr>
            <a:spLocks noGrp="1"/>
          </p:cNvSpPr>
          <p:nvPr/>
        </p:nvSpPr>
        <p:spPr>
          <a:xfrm>
            <a:off x="8420100" y="2667000"/>
            <a:ext cx="12192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Attachment</a:t>
            </a:r>
          </a:p>
          <a:p>
            <a:pPr algn="ctr">
              <a:defRPr sz="9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Scan</a:t>
            </a:r>
          </a:p>
        </p:txBody>
      </p:sp>
      <p:sp>
        <p:nvSpPr>
          <p:cNvPr id="32" name="Rectangle 35">
            <a:extLst>
              <a:ext uri="{FF2B5EF4-FFF2-40B4-BE49-F238E27FC236}">
                <ns2:creationId id="{3B40E82C-A723-4ECB-AC8D-9A581F6CF828}"/>
              </a:ext>
            </a:extLst>
          </p:cNvPr>
          <p:cNvSpPr>
            <a:spLocks noGrp="1"/>
          </p:cNvSpPr>
          <p:nvPr/>
        </p:nvSpPr>
        <p:spPr>
          <a:xfrm>
            <a:off x="8419795" y="3049524"/>
            <a:ext cx="1218895" cy="20116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file verdicts</a:t>
            </a:r>
          </a:p>
        </p:txBody>
      </p:sp>
      <p:sp>
        <p:nvSpPr>
          <p:cNvPr id="33" name="">
            <a:extLst>
              <a:ext uri="{FF2B5EF4-FFF2-40B4-BE49-F238E27FC236}">
                <ns2:creationId id="{B4681087-970A-4B61-921C-1569A23A6C21}"/>
              </a:ext>
            </a:extLst>
          </p:cNvPr>
          <p:cNvSpPr>
            <a:spLocks noGrp="1"/>
          </p:cNvSpPr>
          <p:nvPr/>
        </p:nvSpPr>
        <p:spPr>
          <a:xfrm>
            <a:off x="9784080" y="2850642"/>
            <a:ext cx="292608" cy="114300"/>
          </a:xfrm>
          <a:prstGeom prst="rightArrow">
            <a:avLst/>
          </a:prstGeom>
          <a:solidFill>
            <a:srgbClr val="6A4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Rectangle 38">
            <a:extLst>
              <a:ext uri="{FF2B5EF4-FFF2-40B4-BE49-F238E27FC236}">
                <ns2:creationId id="{ECBB5B31-E586-4F4D-8815-A7A43D99640D}"/>
              </a:ext>
            </a:extLst>
          </p:cNvPr>
          <p:cNvSpPr>
            <a:spLocks noGrp="1"/>
          </p:cNvSpPr>
          <p:nvPr/>
        </p:nvSpPr>
        <p:spPr>
          <a:xfrm>
            <a:off x="10134600" y="2543175"/>
            <a:ext cx="1371600" cy="723900"/>
          </a:xfrm>
          <a:prstGeom prst="rect">
            <a:avLst/>
          </a:prstGeom>
          <a:solidFill>
            <a:srgbClr val="FFFFFF"/>
          </a:solidFill>
          <a:ln w="14288">
            <a:solidFill>
              <a:srgbClr val="C7D5E6"/>
            </a:solidFill>
            <a:prstDash val="solid"/>
          </a:ln>
        </p:spPr>
      </p:sp>
      <p:sp>
        <p:nvSpPr>
          <p:cNvPr id="35" name="Rectangle 39">
            <a:extLst>
              <a:ext uri="{FF2B5EF4-FFF2-40B4-BE49-F238E27FC236}">
                <ns2:creationId id="{71CD28CC-FA35-46E9-9BD0-61B474C39062}"/>
              </a:ext>
            </a:extLst>
          </p:cNvPr>
          <p:cNvSpPr>
            <a:spLocks noGrp="1"/>
          </p:cNvSpPr>
          <p:nvPr/>
        </p:nvSpPr>
        <p:spPr>
          <a:xfrm>
            <a:off x="10248900" y="2667000"/>
            <a:ext cx="1143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Aggregate</a:t>
            </a:r>
          </a:p>
          <a:p>
            <a:pPr algn="ctr">
              <a:defRPr sz="9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Verdicts</a:t>
            </a:r>
          </a:p>
        </p:txBody>
      </p:sp>
      <p:sp>
        <p:nvSpPr>
          <p:cNvPr id="36" name="Rectangle 40">
            <a:extLst>
              <a:ext uri="{FF2B5EF4-FFF2-40B4-BE49-F238E27FC236}">
                <ns2:creationId id="{C7850905-6B99-4650-8A07-0F28084E32FE}"/>
              </a:ext>
            </a:extLst>
          </p:cNvPr>
          <p:cNvSpPr>
            <a:spLocks noGrp="1"/>
          </p:cNvSpPr>
          <p:nvPr/>
        </p:nvSpPr>
        <p:spPr>
          <a:xfrm>
            <a:off x="10248595" y="3049524"/>
            <a:ext cx="1143000" cy="20116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final state</a:t>
            </a:r>
          </a:p>
        </p:txBody>
      </p:sp>
      <p:sp>
        <p:nvSpPr>
          <p:cNvPr id="37" name="Rectangle 41">
            <a:extLst>
              <a:ext uri="{FF2B5EF4-FFF2-40B4-BE49-F238E27FC236}">
                <ns2:creationId id="{5C97905C-32F7-4D46-82EA-0DAAC76A59F5}"/>
              </a:ext>
            </a:extLst>
          </p:cNvPr>
          <p:cNvSpPr>
            <a:spLocks noGrp="1"/>
          </p:cNvSpPr>
          <p:nvPr/>
        </p:nvSpPr>
        <p:spPr>
          <a:xfrm>
            <a:off x="3314700" y="3867150"/>
            <a:ext cx="55626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15716">
            <a:solidFill>
              <a:srgbClr val="93A9C1"/>
            </a:solidFill>
            <a:prstDash val="solid"/>
          </a:ln>
        </p:spPr>
      </p:sp>
      <p:sp>
        <p:nvSpPr>
          <p:cNvPr id="38" name="Rectangle 42">
            <a:extLst>
              <a:ext uri="{FF2B5EF4-FFF2-40B4-BE49-F238E27FC236}">
                <ns2:creationId id="{D638F4D1-99A5-4AA3-B22F-3288AC444157}"/>
              </a:ext>
            </a:extLst>
          </p:cNvPr>
          <p:cNvSpPr>
            <a:spLocks noGrp="1"/>
          </p:cNvSpPr>
          <p:nvPr/>
        </p:nvSpPr>
        <p:spPr>
          <a:xfrm>
            <a:off x="3562350" y="4057650"/>
            <a:ext cx="2095500" cy="552450"/>
          </a:xfrm>
          <a:prstGeom prst="rect">
            <a:avLst/>
          </a:prstGeom>
          <a:solidFill>
            <a:srgbClr val="FFFFFF"/>
          </a:solidFill>
          <a:ln w="14288">
            <a:solidFill>
              <a:srgbClr val="C7D5E6"/>
            </a:solidFill>
            <a:prstDash val="solid"/>
          </a:ln>
        </p:spPr>
      </p:sp>
      <p:sp>
        <p:nvSpPr>
          <p:cNvPr id="39" name="Rectangle 43">
            <a:extLst>
              <a:ext uri="{FF2B5EF4-FFF2-40B4-BE49-F238E27FC236}">
                <ns2:creationId id="{54EB79BD-60F2-47F2-9F3B-EED2F909547B}"/>
              </a:ext>
            </a:extLst>
          </p:cNvPr>
          <p:cNvSpPr>
            <a:spLocks noGrp="1"/>
          </p:cNvSpPr>
          <p:nvPr/>
        </p:nvSpPr>
        <p:spPr>
          <a:xfrm>
            <a:off x="3676650" y="4181475"/>
            <a:ext cx="1866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56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956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DynamoDB ledger</a:t>
            </a:r>
          </a:p>
        </p:txBody>
      </p:sp>
      <p:sp>
        <p:nvSpPr>
          <p:cNvPr id="40" name="Rectangle 44">
            <a:extLst>
              <a:ext uri="{FF2B5EF4-FFF2-40B4-BE49-F238E27FC236}">
                <ns2:creationId id="{998D0879-C953-4921-B61A-28A5B3DB899C}"/>
              </a:ext>
            </a:extLst>
          </p:cNvPr>
          <p:cNvSpPr>
            <a:spLocks noGrp="1"/>
          </p:cNvSpPr>
          <p:nvPr/>
        </p:nvSpPr>
        <p:spPr>
          <a:xfrm>
            <a:off x="3670449" y="4381500"/>
            <a:ext cx="1981048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messages, inbox, attachments</a:t>
            </a:r>
          </a:p>
        </p:txBody>
      </p:sp>
      <p:sp>
        <p:nvSpPr>
          <p:cNvPr id="41" name="Rectangle 45">
            <a:extLst>
              <a:ext uri="{FF2B5EF4-FFF2-40B4-BE49-F238E27FC236}">
                <ns2:creationId id="{51E9AEFA-8279-4437-ADC6-33FB0A5CD9F8}"/>
              </a:ext>
            </a:extLst>
          </p:cNvPr>
          <p:cNvSpPr>
            <a:spLocks noGrp="1"/>
          </p:cNvSpPr>
          <p:nvPr/>
        </p:nvSpPr>
        <p:spPr>
          <a:xfrm>
            <a:off x="6534150" y="4057650"/>
            <a:ext cx="2095500" cy="552450"/>
          </a:xfrm>
          <a:prstGeom prst="rect">
            <a:avLst/>
          </a:prstGeom>
          <a:solidFill>
            <a:srgbClr val="FFFFFF"/>
          </a:solidFill>
          <a:ln w="14288">
            <a:solidFill>
              <a:srgbClr val="C7D5E6"/>
            </a:solidFill>
            <a:prstDash val="solid"/>
          </a:ln>
        </p:spPr>
      </p:sp>
      <p:sp>
        <p:nvSpPr>
          <p:cNvPr id="42" name="Rectangle 46">
            <a:extLst>
              <a:ext uri="{FF2B5EF4-FFF2-40B4-BE49-F238E27FC236}">
                <ns2:creationId id="{845933F2-5273-488E-91CD-CE9A9DA31E13}"/>
              </a:ext>
            </a:extLst>
          </p:cNvPr>
          <p:cNvSpPr>
            <a:spLocks noGrp="1"/>
          </p:cNvSpPr>
          <p:nvPr/>
        </p:nvSpPr>
        <p:spPr>
          <a:xfrm>
            <a:off x="6648450" y="4181475"/>
            <a:ext cx="1866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56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956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S3 artifacts</a:t>
            </a:r>
          </a:p>
        </p:txBody>
      </p:sp>
      <p:sp>
        <p:nvSpPr>
          <p:cNvPr id="43" name="Rectangle 47">
            <a:extLst>
              <a:ext uri="{FF2B5EF4-FFF2-40B4-BE49-F238E27FC236}">
                <ns2:creationId id="{1DB7F56C-168D-4868-81FC-266B992D94BB}"/>
              </a:ext>
            </a:extLst>
          </p:cNvPr>
          <p:cNvSpPr>
            <a:spLocks noGrp="1"/>
          </p:cNvSpPr>
          <p:nvPr/>
        </p:nvSpPr>
        <p:spPr>
          <a:xfrm>
            <a:off x="6648602" y="4398264"/>
            <a:ext cx="186720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raw, parsed, attachments</a:t>
            </a:r>
          </a:p>
        </p:txBody>
      </p:sp>
      <p:sp>
        <p:nvSpPr>
          <p:cNvPr id="44" name="">
            <a:extLst>
              <a:ext uri="{FF2B5EF4-FFF2-40B4-BE49-F238E27FC236}">
                <ns2:creationId id="{FA5872C8-0375-4397-BFC4-9031FDA9E64C}"/>
              </a:ext>
            </a:extLst>
          </p:cNvPr>
          <p:cNvSpPr>
            <a:spLocks noGrp="1"/>
          </p:cNvSpPr>
          <p:nvPr/>
        </p:nvSpPr>
        <p:spPr>
          <a:xfrm>
            <a:off x="5994273" y="3514725"/>
            <a:ext cx="209550" cy="361950"/>
          </a:xfrm>
          <a:prstGeom prst="upDownArrow">
            <a:avLst/>
          </a:prstGeom>
          <a:solidFill>
            <a:srgbClr val="6A4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Rectangle 51">
            <a:extLst>
              <a:ext uri="{FF2B5EF4-FFF2-40B4-BE49-F238E27FC236}">
                <ns2:creationId id="{51004DB3-B22A-4C31-B101-CEFAA893D9CA}"/>
              </a:ext>
            </a:extLst>
          </p:cNvPr>
          <p:cNvSpPr>
            <a:spLocks noGrp="1"/>
          </p:cNvSpPr>
          <p:nvPr/>
        </p:nvSpPr>
        <p:spPr>
          <a:xfrm>
            <a:off x="1200150" y="5193792"/>
            <a:ext cx="9791700" cy="56692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81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81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Processing transforms messages.</a:t>
            </a:r>
          </a:p>
          <a:p>
            <a:pPr algn="ctr">
              <a:defRPr sz="1181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81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Persistence keeps evidence and review state.</a:t>
            </a:r>
          </a:p>
        </p:txBody>
      </p:sp>
    </p:spTree>
    <p:extLst>
      <p:ext uri="{BB962C8B-B14F-4D97-AF65-F5344CB8AC3E}">
        <ns3:creationId val="1375968427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45">
            <a:extLst>
              <a:ext uri="{FF2B5EF4-FFF2-40B4-BE49-F238E27FC236}">
                <ns2:creationId id="{65B1CF95-0DE1-4349-899E-AE9FD158AF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1">
            <a:extLst>
              <a:ext uri="{FF2B5EF4-FFF2-40B4-BE49-F238E27FC236}">
                <ns2:creationId id="{14450B71-671F-4501-BAA4-D43A03C10126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266700" cy="57150"/>
          </a:xfrm>
          <a:prstGeom prst="rect">
            <a:avLst/>
          </a:prstGeom>
          <a:solidFill>
            <a:srgbClr val="6A4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2">
            <a:extLst>
              <a:ext uri="{FF2B5EF4-FFF2-40B4-BE49-F238E27FC236}">
                <ns2:creationId id="{4FF1F085-3AC8-49AE-83D9-AF79EE3C597B}"/>
              </a:ext>
            </a:extLst>
          </p:cNvPr>
          <p:cNvSpPr>
            <a:spLocks noGrp="1"/>
          </p:cNvSpPr>
          <p:nvPr/>
        </p:nvSpPr>
        <p:spPr>
          <a:xfrm>
            <a:off x="990600" y="257175"/>
            <a:ext cx="400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56" b="1">
                <a:solidFill>
                  <a:srgbClr val="6A4DFF"/>
                </a:solidFill>
                <a:latin typeface="Aptos"/>
                <a:ea typeface="Aptos"/>
                <a:cs typeface="Aptos"/>
              </a:defRPr>
            </a:pPr>
            <a:r>
              <a:rPr sz="956" b="1">
                <a:solidFill>
                  <a:srgbClr val="6A4DFF"/>
                </a:solidFill>
                <a:latin typeface="Aptos"/>
                <a:ea typeface="Aptos"/>
                <a:cs typeface="Aptos"/>
              </a:rPr>
              <a:t>IMPLEMENTATION</a:t>
            </a:r>
          </a:p>
        </p:txBody>
      </p:sp>
      <p:sp>
        <p:nvSpPr>
          <p:cNvPr id="5" name="Rectangle 3">
            <a:extLst>
              <a:ext uri="{FF2B5EF4-FFF2-40B4-BE49-F238E27FC236}">
                <ns2:creationId id="{13D675F2-CFCA-4DA2-8193-4F6D95EE4219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0965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The built system maps responsibilities to small modules.</a:t>
            </a:r>
          </a:p>
        </p:txBody>
      </p:sp>
      <p:sp>
        <p:nvSpPr>
          <p:cNvPr id="6" name="Rectangle 4">
            <a:extLst>
              <a:ext uri="{FF2B5EF4-FFF2-40B4-BE49-F238E27FC236}">
                <ns2:creationId id="{12CEC158-7E19-441A-8832-2BA5A538EE86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10972800" cy="19050"/>
          </a:xfrm>
          <a:prstGeom prst="rect">
            <a:avLst/>
          </a:prstGeom>
          <a:solidFill>
            <a:srgbClr val="E2EA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5">
            <a:extLst>
              <a:ext uri="{FF2B5EF4-FFF2-40B4-BE49-F238E27FC236}">
                <ns2:creationId id="{5A5D347A-6CD7-4CDE-845C-BEE87953ABBB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1708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089"/>
                </a:solidFill>
                <a:latin typeface="Aptos"/>
                <a:ea typeface="Aptos"/>
                <a:cs typeface="Aptos"/>
              </a:rPr>
              <a:t>Cloud Email Analyzer</a:t>
            </a:r>
          </a:p>
        </p:txBody>
      </p:sp>
      <p:sp>
        <p:nvSpPr>
          <p:cNvPr id="8" name="Rectangle 6">
            <a:extLst>
              <a:ext uri="{FF2B5EF4-FFF2-40B4-BE49-F238E27FC236}">
                <ns2:creationId id="{CE2996F8-8F4B-469B-8F69-0D77A6C259C5}"/>
              </a:ext>
            </a:extLst>
          </p:cNvPr>
          <p:cNvSpPr>
            <a:spLocks noGrp="1"/>
          </p:cNvSpPr>
          <p:nvPr/>
        </p:nvSpPr>
        <p:spPr>
          <a:xfrm>
            <a:off x="11258550" y="6429375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0">
                <a:solidFill>
                  <a:srgbClr val="61708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08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9" name="Rectangle 7">
            <a:extLst>
              <a:ext uri="{FF2B5EF4-FFF2-40B4-BE49-F238E27FC236}">
                <ns2:creationId id="{C8CB215C-3AC8-4A34-AE87-39933338CC02}"/>
              </a:ext>
            </a:extLst>
          </p:cNvPr>
          <p:cNvSpPr>
            <a:spLocks noGrp="1"/>
          </p:cNvSpPr>
          <p:nvPr/>
        </p:nvSpPr>
        <p:spPr>
          <a:xfrm>
            <a:off x="1066800" y="2152650"/>
            <a:ext cx="2743200" cy="3314700"/>
          </a:xfrm>
          <a:prstGeom prst="rect">
            <a:avLst/>
          </a:prstGeom>
          <a:solidFill>
            <a:srgbClr val="FFFFFF"/>
          </a:solidFill>
          <a:ln w="14288">
            <a:solidFill>
              <a:srgbClr val="C7D5E6"/>
            </a:solidFill>
            <a:prstDash val="solid"/>
          </a:ln>
        </p:spPr>
      </p:sp>
      <p:sp>
        <p:nvSpPr>
          <p:cNvPr id="10" name="Rectangle 8">
            <a:extLst>
              <a:ext uri="{FF2B5EF4-FFF2-40B4-BE49-F238E27FC236}">
                <ns2:creationId id="{B92814D9-BF75-4A19-8D4E-92CF62C25FE0}"/>
              </a:ext>
            </a:extLst>
          </p:cNvPr>
          <p:cNvSpPr>
            <a:spLocks noGrp="1"/>
          </p:cNvSpPr>
          <p:nvPr/>
        </p:nvSpPr>
        <p:spPr>
          <a:xfrm>
            <a:off x="1333500" y="2381250"/>
            <a:ext cx="2190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06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406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Cloud services</a:t>
            </a:r>
          </a:p>
        </p:txBody>
      </p:sp>
      <p:sp>
        <p:nvSpPr>
          <p:cNvPr id="11" name="Rectangle 9">
            <a:extLst>
              <a:ext uri="{FF2B5EF4-FFF2-40B4-BE49-F238E27FC236}">
                <ns2:creationId id="{5AF36919-D19A-489C-9C5B-EB5B427E3281}"/>
              </a:ext>
            </a:extLst>
          </p:cNvPr>
          <p:cNvSpPr>
            <a:spLocks noGrp="1"/>
          </p:cNvSpPr>
          <p:nvPr/>
        </p:nvSpPr>
        <p:spPr>
          <a:xfrm>
            <a:off x="1390650" y="3057525"/>
            <a:ext cx="76200" cy="76200"/>
          </a:xfrm>
          <a:prstGeom prst="rect">
            <a:avLst/>
          </a:prstGeom>
          <a:solidFill>
            <a:srgbClr val="6A4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0">
            <a:extLst>
              <a:ext uri="{FF2B5EF4-FFF2-40B4-BE49-F238E27FC236}">
                <ns2:creationId id="{F239CAEB-38BE-4B57-8B0A-CF80C2BB8459}"/>
              </a:ext>
            </a:extLst>
          </p:cNvPr>
          <p:cNvSpPr>
            <a:spLocks noGrp="1"/>
          </p:cNvSpPr>
          <p:nvPr/>
        </p:nvSpPr>
        <p:spPr>
          <a:xfrm>
            <a:off x="1581150" y="2971800"/>
            <a:ext cx="2190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Route53 + SES</a:t>
            </a:r>
          </a:p>
        </p:txBody>
      </p:sp>
      <p:sp>
        <p:nvSpPr>
          <p:cNvPr id="13" name="Rectangle 11">
            <a:extLst>
              <a:ext uri="{FF2B5EF4-FFF2-40B4-BE49-F238E27FC236}">
                <ns2:creationId id="{A9003AD6-9D09-4AD4-89AB-C711FAFC7FBB}"/>
              </a:ext>
            </a:extLst>
          </p:cNvPr>
          <p:cNvSpPr>
            <a:spLocks noGrp="1"/>
          </p:cNvSpPr>
          <p:nvPr/>
        </p:nvSpPr>
        <p:spPr>
          <a:xfrm>
            <a:off x="1390650" y="3457575"/>
            <a:ext cx="76200" cy="76200"/>
          </a:xfrm>
          <a:prstGeom prst="rect">
            <a:avLst/>
          </a:prstGeom>
          <a:solidFill>
            <a:srgbClr val="6A4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2">
            <a:extLst>
              <a:ext uri="{FF2B5EF4-FFF2-40B4-BE49-F238E27FC236}">
                <ns2:creationId id="{9FF76233-7A08-44C8-A57F-F405ACEC006A}"/>
              </a:ext>
            </a:extLst>
          </p:cNvPr>
          <p:cNvSpPr>
            <a:spLocks noGrp="1"/>
          </p:cNvSpPr>
          <p:nvPr/>
        </p:nvSpPr>
        <p:spPr>
          <a:xfrm>
            <a:off x="1581150" y="3371850"/>
            <a:ext cx="2190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S3 object storage</a:t>
            </a:r>
          </a:p>
        </p:txBody>
      </p:sp>
      <p:sp>
        <p:nvSpPr>
          <p:cNvPr id="15" name="Rectangle 13">
            <a:extLst>
              <a:ext uri="{FF2B5EF4-FFF2-40B4-BE49-F238E27FC236}">
                <ns2:creationId id="{49766C28-7314-4802-A26F-590B2036694E}"/>
              </a:ext>
            </a:extLst>
          </p:cNvPr>
          <p:cNvSpPr>
            <a:spLocks noGrp="1"/>
          </p:cNvSpPr>
          <p:nvPr/>
        </p:nvSpPr>
        <p:spPr>
          <a:xfrm>
            <a:off x="1390650" y="3857625"/>
            <a:ext cx="76200" cy="76200"/>
          </a:xfrm>
          <a:prstGeom prst="rect">
            <a:avLst/>
          </a:prstGeom>
          <a:solidFill>
            <a:srgbClr val="6A4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4">
            <a:extLst>
              <a:ext uri="{FF2B5EF4-FFF2-40B4-BE49-F238E27FC236}">
                <ns2:creationId id="{CBC2031C-1084-4F56-9020-7382B5C18106}"/>
              </a:ext>
            </a:extLst>
          </p:cNvPr>
          <p:cNvSpPr>
            <a:spLocks noGrp="1"/>
          </p:cNvSpPr>
          <p:nvPr/>
        </p:nvSpPr>
        <p:spPr>
          <a:xfrm>
            <a:off x="1581150" y="3771900"/>
            <a:ext cx="2190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EventBridge</a:t>
            </a:r>
          </a:p>
        </p:txBody>
      </p:sp>
      <p:sp>
        <p:nvSpPr>
          <p:cNvPr id="17" name="Rectangle 15">
            <a:extLst>
              <a:ext uri="{FF2B5EF4-FFF2-40B4-BE49-F238E27FC236}">
                <ns2:creationId id="{29BFD3F8-EAD4-409D-AF40-31F737A0FFB5}"/>
              </a:ext>
            </a:extLst>
          </p:cNvPr>
          <p:cNvSpPr>
            <a:spLocks noGrp="1"/>
          </p:cNvSpPr>
          <p:nvPr/>
        </p:nvSpPr>
        <p:spPr>
          <a:xfrm>
            <a:off x="1390650" y="4257675"/>
            <a:ext cx="76200" cy="76200"/>
          </a:xfrm>
          <a:prstGeom prst="rect">
            <a:avLst/>
          </a:prstGeom>
          <a:solidFill>
            <a:srgbClr val="6A4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6">
            <a:extLst>
              <a:ext uri="{FF2B5EF4-FFF2-40B4-BE49-F238E27FC236}">
                <ns2:creationId id="{E531461A-5664-4F7A-AA2A-964C8197DAFF}"/>
              </a:ext>
            </a:extLst>
          </p:cNvPr>
          <p:cNvSpPr>
            <a:spLocks noGrp="1"/>
          </p:cNvSpPr>
          <p:nvPr/>
        </p:nvSpPr>
        <p:spPr>
          <a:xfrm>
            <a:off x="1581150" y="4171950"/>
            <a:ext cx="2190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Step Functions</a:t>
            </a:r>
          </a:p>
        </p:txBody>
      </p:sp>
      <p:sp>
        <p:nvSpPr>
          <p:cNvPr id="19" name="Rectangle 17">
            <a:extLst>
              <a:ext uri="{FF2B5EF4-FFF2-40B4-BE49-F238E27FC236}">
                <ns2:creationId id="{D8B63BCD-1A97-445E-AEC5-2F2FE01AF114}"/>
              </a:ext>
            </a:extLst>
          </p:cNvPr>
          <p:cNvSpPr>
            <a:spLocks noGrp="1"/>
          </p:cNvSpPr>
          <p:nvPr/>
        </p:nvSpPr>
        <p:spPr>
          <a:xfrm>
            <a:off x="1390650" y="4657725"/>
            <a:ext cx="76200" cy="76200"/>
          </a:xfrm>
          <a:prstGeom prst="rect">
            <a:avLst/>
          </a:prstGeom>
          <a:solidFill>
            <a:srgbClr val="6A4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8">
            <a:extLst>
              <a:ext uri="{FF2B5EF4-FFF2-40B4-BE49-F238E27FC236}">
                <ns2:creationId id="{4DDAB073-BDD2-455C-9A9F-CC6C96BADDD4}"/>
              </a:ext>
            </a:extLst>
          </p:cNvPr>
          <p:cNvSpPr>
            <a:spLocks noGrp="1"/>
          </p:cNvSpPr>
          <p:nvPr/>
        </p:nvSpPr>
        <p:spPr>
          <a:xfrm>
            <a:off x="1581150" y="4572000"/>
            <a:ext cx="2190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DynamoDB</a:t>
            </a:r>
          </a:p>
        </p:txBody>
      </p:sp>
      <p:sp>
        <p:nvSpPr>
          <p:cNvPr id="21" name="Rectangle 19">
            <a:extLst>
              <a:ext uri="{FF2B5EF4-FFF2-40B4-BE49-F238E27FC236}">
                <ns2:creationId id="{40633EEC-F43A-4AF4-98DC-116220EBA3EE}"/>
              </a:ext>
            </a:extLst>
          </p:cNvPr>
          <p:cNvSpPr>
            <a:spLocks noGrp="1"/>
          </p:cNvSpPr>
          <p:nvPr/>
        </p:nvSpPr>
        <p:spPr>
          <a:xfrm>
            <a:off x="4400550" y="2152650"/>
            <a:ext cx="2743200" cy="3314700"/>
          </a:xfrm>
          <a:prstGeom prst="rect">
            <a:avLst/>
          </a:prstGeom>
          <a:solidFill>
            <a:srgbClr val="FFFFFF"/>
          </a:solidFill>
          <a:ln w="14288">
            <a:solidFill>
              <a:srgbClr val="C7D5E6"/>
            </a:solidFill>
            <a:prstDash val="solid"/>
          </a:ln>
        </p:spPr>
      </p:sp>
      <p:sp>
        <p:nvSpPr>
          <p:cNvPr id="22" name="Rectangle 20">
            <a:extLst>
              <a:ext uri="{FF2B5EF4-FFF2-40B4-BE49-F238E27FC236}">
                <ns2:creationId id="{DB184E05-E1A8-47E0-9AF2-BE374EF42EF3}"/>
              </a:ext>
            </a:extLst>
          </p:cNvPr>
          <p:cNvSpPr>
            <a:spLocks noGrp="1"/>
          </p:cNvSpPr>
          <p:nvPr/>
        </p:nvSpPr>
        <p:spPr>
          <a:xfrm>
            <a:off x="4667250" y="2381250"/>
            <a:ext cx="2190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06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406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Analysis stages</a:t>
            </a:r>
          </a:p>
        </p:txBody>
      </p:sp>
      <p:sp>
        <p:nvSpPr>
          <p:cNvPr id="23" name="Rectangle 21">
            <a:extLst>
              <a:ext uri="{FF2B5EF4-FFF2-40B4-BE49-F238E27FC236}">
                <ns2:creationId id="{3229DB51-E65D-4F42-929C-BD195D9F97BD}"/>
              </a:ext>
            </a:extLst>
          </p:cNvPr>
          <p:cNvSpPr>
            <a:spLocks noGrp="1"/>
          </p:cNvSpPr>
          <p:nvPr/>
        </p:nvSpPr>
        <p:spPr>
          <a:xfrm>
            <a:off x="4724400" y="3057525"/>
            <a:ext cx="76200" cy="76200"/>
          </a:xfrm>
          <a:prstGeom prst="rect">
            <a:avLst/>
          </a:prstGeom>
          <a:solidFill>
            <a:srgbClr val="6A4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2">
            <a:extLst>
              <a:ext uri="{FF2B5EF4-FFF2-40B4-BE49-F238E27FC236}">
                <ns2:creationId id="{ED567B67-AABC-4AA1-8BA4-19C1CCB5BC1A}"/>
              </a:ext>
            </a:extLst>
          </p:cNvPr>
          <p:cNvSpPr>
            <a:spLocks noGrp="1"/>
          </p:cNvSpPr>
          <p:nvPr/>
        </p:nvSpPr>
        <p:spPr>
          <a:xfrm>
            <a:off x="4914900" y="2971800"/>
            <a:ext cx="2190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InitLedger</a:t>
            </a:r>
          </a:p>
        </p:txBody>
      </p:sp>
      <p:sp>
        <p:nvSpPr>
          <p:cNvPr id="25" name="Rectangle 23">
            <a:extLst>
              <a:ext uri="{FF2B5EF4-FFF2-40B4-BE49-F238E27FC236}">
                <ns2:creationId id="{F63A7021-709A-43C5-8F25-C8580BBA163C}"/>
              </a:ext>
            </a:extLst>
          </p:cNvPr>
          <p:cNvSpPr>
            <a:spLocks noGrp="1"/>
          </p:cNvSpPr>
          <p:nvPr/>
        </p:nvSpPr>
        <p:spPr>
          <a:xfrm>
            <a:off x="4724400" y="3457575"/>
            <a:ext cx="76200" cy="76200"/>
          </a:xfrm>
          <a:prstGeom prst="rect">
            <a:avLst/>
          </a:prstGeom>
          <a:solidFill>
            <a:srgbClr val="6A4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4">
            <a:extLst>
              <a:ext uri="{FF2B5EF4-FFF2-40B4-BE49-F238E27FC236}">
                <ns2:creationId id="{87C67F29-8B5E-4A47-9BE0-6A3B1CD3CCBE}"/>
              </a:ext>
            </a:extLst>
          </p:cNvPr>
          <p:cNvSpPr>
            <a:spLocks noGrp="1"/>
          </p:cNvSpPr>
          <p:nvPr/>
        </p:nvSpPr>
        <p:spPr>
          <a:xfrm>
            <a:off x="4914900" y="3371850"/>
            <a:ext cx="2190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ResolveRecipients</a:t>
            </a:r>
          </a:p>
        </p:txBody>
      </p:sp>
      <p:sp>
        <p:nvSpPr>
          <p:cNvPr id="27" name="Rectangle 25">
            <a:extLst>
              <a:ext uri="{FF2B5EF4-FFF2-40B4-BE49-F238E27FC236}">
                <ns2:creationId id="{8C9D874E-C1AF-4407-A831-96D2CF2ACCE1}"/>
              </a:ext>
            </a:extLst>
          </p:cNvPr>
          <p:cNvSpPr>
            <a:spLocks noGrp="1"/>
          </p:cNvSpPr>
          <p:nvPr/>
        </p:nvSpPr>
        <p:spPr>
          <a:xfrm>
            <a:off x="4724400" y="3857625"/>
            <a:ext cx="76200" cy="76200"/>
          </a:xfrm>
          <a:prstGeom prst="rect">
            <a:avLst/>
          </a:prstGeom>
          <a:solidFill>
            <a:srgbClr val="6A4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 26">
            <a:extLst>
              <a:ext uri="{FF2B5EF4-FFF2-40B4-BE49-F238E27FC236}">
                <ns2:creationId id="{784D9220-1C01-4E8C-A1BC-673754EC14D0}"/>
              </a:ext>
            </a:extLst>
          </p:cNvPr>
          <p:cNvSpPr>
            <a:spLocks noGrp="1"/>
          </p:cNvSpPr>
          <p:nvPr/>
        </p:nvSpPr>
        <p:spPr>
          <a:xfrm>
            <a:off x="4914900" y="3771900"/>
            <a:ext cx="2190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ParseEmail</a:t>
            </a:r>
          </a:p>
        </p:txBody>
      </p:sp>
      <p:sp>
        <p:nvSpPr>
          <p:cNvPr id="29" name="Rectangle 27">
            <a:extLst>
              <a:ext uri="{FF2B5EF4-FFF2-40B4-BE49-F238E27FC236}">
                <ns2:creationId id="{F00B1D8D-F6CC-4651-88CD-8266780EC751}"/>
              </a:ext>
            </a:extLst>
          </p:cNvPr>
          <p:cNvSpPr>
            <a:spLocks noGrp="1"/>
          </p:cNvSpPr>
          <p:nvPr/>
        </p:nvSpPr>
        <p:spPr>
          <a:xfrm>
            <a:off x="4724400" y="4257675"/>
            <a:ext cx="76200" cy="76200"/>
          </a:xfrm>
          <a:prstGeom prst="rect">
            <a:avLst/>
          </a:prstGeom>
          <a:solidFill>
            <a:srgbClr val="6A4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 28">
            <a:extLst>
              <a:ext uri="{FF2B5EF4-FFF2-40B4-BE49-F238E27FC236}">
                <ns2:creationId id="{83F69CC3-AA1C-4C3C-863C-84B54ADA7240}"/>
              </a:ext>
            </a:extLst>
          </p:cNvPr>
          <p:cNvSpPr>
            <a:spLocks noGrp="1"/>
          </p:cNvSpPr>
          <p:nvPr/>
        </p:nvSpPr>
        <p:spPr>
          <a:xfrm>
            <a:off x="4914900" y="4171950"/>
            <a:ext cx="2190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PhishingML</a:t>
            </a:r>
          </a:p>
        </p:txBody>
      </p:sp>
      <p:sp>
        <p:nvSpPr>
          <p:cNvPr id="31" name="Rectangle 29">
            <a:extLst>
              <a:ext uri="{FF2B5EF4-FFF2-40B4-BE49-F238E27FC236}">
                <ns2:creationId id="{3E783EC7-E408-4A56-A720-76D0D6A64053}"/>
              </a:ext>
            </a:extLst>
          </p:cNvPr>
          <p:cNvSpPr>
            <a:spLocks noGrp="1"/>
          </p:cNvSpPr>
          <p:nvPr/>
        </p:nvSpPr>
        <p:spPr>
          <a:xfrm>
            <a:off x="4724400" y="4657725"/>
            <a:ext cx="76200" cy="76200"/>
          </a:xfrm>
          <a:prstGeom prst="rect">
            <a:avLst/>
          </a:prstGeom>
          <a:solidFill>
            <a:srgbClr val="6A4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ctangle 30">
            <a:extLst>
              <a:ext uri="{FF2B5EF4-FFF2-40B4-BE49-F238E27FC236}">
                <ns2:creationId id="{A096D200-6E8B-40C2-AA84-612919ECA148}"/>
              </a:ext>
            </a:extLst>
          </p:cNvPr>
          <p:cNvSpPr>
            <a:spLocks noGrp="1"/>
          </p:cNvSpPr>
          <p:nvPr/>
        </p:nvSpPr>
        <p:spPr>
          <a:xfrm>
            <a:off x="4914900" y="4572000"/>
            <a:ext cx="2190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AttachmentScan</a:t>
            </a:r>
          </a:p>
        </p:txBody>
      </p:sp>
      <p:sp>
        <p:nvSpPr>
          <p:cNvPr id="33" name="Rectangle 31">
            <a:extLst>
              <a:ext uri="{FF2B5EF4-FFF2-40B4-BE49-F238E27FC236}">
                <ns2:creationId id="{11210997-1654-44BB-AA63-DB08D13BB09A}"/>
              </a:ext>
            </a:extLst>
          </p:cNvPr>
          <p:cNvSpPr>
            <a:spLocks noGrp="1"/>
          </p:cNvSpPr>
          <p:nvPr/>
        </p:nvSpPr>
        <p:spPr>
          <a:xfrm>
            <a:off x="4724400" y="5057775"/>
            <a:ext cx="76200" cy="76200"/>
          </a:xfrm>
          <a:prstGeom prst="rect">
            <a:avLst/>
          </a:prstGeom>
          <a:solidFill>
            <a:srgbClr val="6A4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Rectangle 32">
            <a:extLst>
              <a:ext uri="{FF2B5EF4-FFF2-40B4-BE49-F238E27FC236}">
                <ns2:creationId id="{256B3768-D3DF-46C8-98D1-10620C570A95}"/>
              </a:ext>
            </a:extLst>
          </p:cNvPr>
          <p:cNvSpPr>
            <a:spLocks noGrp="1"/>
          </p:cNvSpPr>
          <p:nvPr/>
        </p:nvSpPr>
        <p:spPr>
          <a:xfrm>
            <a:off x="4914900" y="4972050"/>
            <a:ext cx="2190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AggregateVerdicts</a:t>
            </a:r>
          </a:p>
        </p:txBody>
      </p:sp>
      <p:sp>
        <p:nvSpPr>
          <p:cNvPr id="35" name="Rectangle 33">
            <a:extLst>
              <a:ext uri="{FF2B5EF4-FFF2-40B4-BE49-F238E27FC236}">
                <ns2:creationId id="{16C56D93-0FD5-44E1-97D1-FD65D4177F49}"/>
              </a:ext>
            </a:extLst>
          </p:cNvPr>
          <p:cNvSpPr>
            <a:spLocks noGrp="1"/>
          </p:cNvSpPr>
          <p:nvPr/>
        </p:nvSpPr>
        <p:spPr>
          <a:xfrm>
            <a:off x="7734300" y="2152650"/>
            <a:ext cx="2743200" cy="3314700"/>
          </a:xfrm>
          <a:prstGeom prst="rect">
            <a:avLst/>
          </a:prstGeom>
          <a:solidFill>
            <a:srgbClr val="FFFFFF"/>
          </a:solidFill>
          <a:ln w="14288">
            <a:solidFill>
              <a:srgbClr val="C7D5E6"/>
            </a:solidFill>
            <a:prstDash val="solid"/>
          </a:ln>
        </p:spPr>
      </p:sp>
      <p:sp>
        <p:nvSpPr>
          <p:cNvPr id="36" name="Rectangle 34">
            <a:extLst>
              <a:ext uri="{FF2B5EF4-FFF2-40B4-BE49-F238E27FC236}">
                <ns2:creationId id="{E90A6E5C-953E-4D4E-8441-A9514AF0B203}"/>
              </a:ext>
            </a:extLst>
          </p:cNvPr>
          <p:cNvSpPr>
            <a:spLocks noGrp="1"/>
          </p:cNvSpPr>
          <p:nvPr/>
        </p:nvSpPr>
        <p:spPr>
          <a:xfrm>
            <a:off x="8001000" y="2381250"/>
            <a:ext cx="2190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06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406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Review layer</a:t>
            </a:r>
          </a:p>
        </p:txBody>
      </p:sp>
      <p:sp>
        <p:nvSpPr>
          <p:cNvPr id="37" name="Rectangle 35">
            <a:extLst>
              <a:ext uri="{FF2B5EF4-FFF2-40B4-BE49-F238E27FC236}">
                <ns2:creationId id="{61BFBA47-1587-4648-A39D-9A2FF6DC9BA5}"/>
              </a:ext>
            </a:extLst>
          </p:cNvPr>
          <p:cNvSpPr>
            <a:spLocks noGrp="1"/>
          </p:cNvSpPr>
          <p:nvPr/>
        </p:nvSpPr>
        <p:spPr>
          <a:xfrm>
            <a:off x="8058150" y="3057525"/>
            <a:ext cx="76200" cy="76200"/>
          </a:xfrm>
          <a:prstGeom prst="rect">
            <a:avLst/>
          </a:prstGeom>
          <a:solidFill>
            <a:srgbClr val="6A4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Rectangle 36">
            <a:extLst>
              <a:ext uri="{FF2B5EF4-FFF2-40B4-BE49-F238E27FC236}">
                <ns2:creationId id="{8B07A2E2-C0C6-41F6-A181-C8571F756CA8}"/>
              </a:ext>
            </a:extLst>
          </p:cNvPr>
          <p:cNvSpPr>
            <a:spLocks noGrp="1"/>
          </p:cNvSpPr>
          <p:nvPr/>
        </p:nvSpPr>
        <p:spPr>
          <a:xfrm>
            <a:off x="8248650" y="2971800"/>
            <a:ext cx="2190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FastAPI routes</a:t>
            </a:r>
          </a:p>
        </p:txBody>
      </p:sp>
      <p:sp>
        <p:nvSpPr>
          <p:cNvPr id="39" name="Rectangle 37">
            <a:extLst>
              <a:ext uri="{FF2B5EF4-FFF2-40B4-BE49-F238E27FC236}">
                <ns2:creationId id="{5DA49460-8F58-41EB-820F-0715EF93F067}"/>
              </a:ext>
            </a:extLst>
          </p:cNvPr>
          <p:cNvSpPr>
            <a:spLocks noGrp="1"/>
          </p:cNvSpPr>
          <p:nvPr/>
        </p:nvSpPr>
        <p:spPr>
          <a:xfrm>
            <a:off x="8058150" y="3457575"/>
            <a:ext cx="76200" cy="76200"/>
          </a:xfrm>
          <a:prstGeom prst="rect">
            <a:avLst/>
          </a:prstGeom>
          <a:solidFill>
            <a:srgbClr val="6A4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Rectangle 38">
            <a:extLst>
              <a:ext uri="{FF2B5EF4-FFF2-40B4-BE49-F238E27FC236}">
                <ns2:creationId id="{B3B02886-C93A-4C7D-992E-AFCD3FC33623}"/>
              </a:ext>
            </a:extLst>
          </p:cNvPr>
          <p:cNvSpPr>
            <a:spLocks noGrp="1"/>
          </p:cNvSpPr>
          <p:nvPr/>
        </p:nvSpPr>
        <p:spPr>
          <a:xfrm>
            <a:off x="8248650" y="3371850"/>
            <a:ext cx="2190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HS256 JWT authorization</a:t>
            </a:r>
          </a:p>
        </p:txBody>
      </p:sp>
      <p:sp>
        <p:nvSpPr>
          <p:cNvPr id="41" name="Rectangle 39">
            <a:extLst>
              <a:ext uri="{FF2B5EF4-FFF2-40B4-BE49-F238E27FC236}">
                <ns2:creationId id="{52C84947-4319-464E-96BF-A8F638FC8A28}"/>
              </a:ext>
            </a:extLst>
          </p:cNvPr>
          <p:cNvSpPr>
            <a:spLocks noGrp="1"/>
          </p:cNvSpPr>
          <p:nvPr/>
        </p:nvSpPr>
        <p:spPr>
          <a:xfrm>
            <a:off x="8058150" y="3857625"/>
            <a:ext cx="76200" cy="76200"/>
          </a:xfrm>
          <a:prstGeom prst="rect">
            <a:avLst/>
          </a:prstGeom>
          <a:solidFill>
            <a:srgbClr val="6A4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Rectangle 40">
            <a:extLst>
              <a:ext uri="{FF2B5EF4-FFF2-40B4-BE49-F238E27FC236}">
                <ns2:creationId id="{CC48B601-3D19-42F6-8CD1-BEEF0026EA8A}"/>
              </a:ext>
            </a:extLst>
          </p:cNvPr>
          <p:cNvSpPr>
            <a:spLocks noGrp="1"/>
          </p:cNvSpPr>
          <p:nvPr/>
        </p:nvSpPr>
        <p:spPr>
          <a:xfrm>
            <a:off x="8248650" y="3771900"/>
            <a:ext cx="2190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React dashboard</a:t>
            </a:r>
          </a:p>
        </p:txBody>
      </p:sp>
      <p:sp>
        <p:nvSpPr>
          <p:cNvPr id="43" name="Rectangle 41">
            <a:extLst>
              <a:ext uri="{FF2B5EF4-FFF2-40B4-BE49-F238E27FC236}">
                <ns2:creationId id="{53B29101-B636-4F93-BAA2-883B36B46542}"/>
              </a:ext>
            </a:extLst>
          </p:cNvPr>
          <p:cNvSpPr>
            <a:spLocks noGrp="1"/>
          </p:cNvSpPr>
          <p:nvPr/>
        </p:nvSpPr>
        <p:spPr>
          <a:xfrm>
            <a:off x="8058150" y="4257675"/>
            <a:ext cx="76200" cy="76200"/>
          </a:xfrm>
          <a:prstGeom prst="rect">
            <a:avLst/>
          </a:prstGeom>
          <a:solidFill>
            <a:srgbClr val="6A4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Rectangle 42">
            <a:extLst>
              <a:ext uri="{FF2B5EF4-FFF2-40B4-BE49-F238E27FC236}">
                <ns2:creationId id="{283F883D-BC50-4263-9AC2-3722E8D693E5}"/>
              </a:ext>
            </a:extLst>
          </p:cNvPr>
          <p:cNvSpPr>
            <a:spLocks noGrp="1"/>
          </p:cNvSpPr>
          <p:nvPr/>
        </p:nvSpPr>
        <p:spPr>
          <a:xfrm>
            <a:off x="8248650" y="4171950"/>
            <a:ext cx="2190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Admin review</a:t>
            </a:r>
          </a:p>
        </p:txBody>
      </p:sp>
      <p:sp>
        <p:nvSpPr>
          <p:cNvPr id="45" name="Rectangle 43">
            <a:extLst>
              <a:ext uri="{FF2B5EF4-FFF2-40B4-BE49-F238E27FC236}">
                <ns2:creationId id="{56C31C9A-676B-4128-BAE6-A0802FDEDC52}"/>
              </a:ext>
            </a:extLst>
          </p:cNvPr>
          <p:cNvSpPr>
            <a:spLocks noGrp="1"/>
          </p:cNvSpPr>
          <p:nvPr/>
        </p:nvSpPr>
        <p:spPr>
          <a:xfrm>
            <a:off x="8058150" y="4657725"/>
            <a:ext cx="76200" cy="76200"/>
          </a:xfrm>
          <a:prstGeom prst="rect">
            <a:avLst/>
          </a:prstGeom>
          <a:solidFill>
            <a:srgbClr val="6A4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Rectangle 44">
            <a:extLst>
              <a:ext uri="{FF2B5EF4-FFF2-40B4-BE49-F238E27FC236}">
                <ns2:creationId id="{CE28ACF0-0227-4BA0-A02C-9B7A380D98FE}"/>
              </a:ext>
            </a:extLst>
          </p:cNvPr>
          <p:cNvSpPr>
            <a:spLocks noGrp="1"/>
          </p:cNvSpPr>
          <p:nvPr/>
        </p:nvSpPr>
        <p:spPr>
          <a:xfrm>
            <a:off x="8248650" y="4572000"/>
            <a:ext cx="2190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Audit records</a:t>
            </a:r>
          </a:p>
        </p:txBody>
      </p:sp>
    </p:spTree>
    <p:extLst>
      <p:ext uri="{BB962C8B-B14F-4D97-AF65-F5344CB8AC3E}">
        <ns3:creationId val="1467075466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40">
            <a:extLst>
              <a:ext uri="{FF2B5EF4-FFF2-40B4-BE49-F238E27FC236}">
                <ns2:creationId id="{81C987C4-1B08-427B-B7C5-4F63429B26D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1">
            <a:extLst>
              <a:ext uri="{FF2B5EF4-FFF2-40B4-BE49-F238E27FC236}">
                <ns2:creationId id="{7919E2C4-04C2-4741-8F14-94DC8C8F1E9C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266700" cy="57150"/>
          </a:xfrm>
          <a:prstGeom prst="rect">
            <a:avLst/>
          </a:prstGeom>
          <a:solidFill>
            <a:srgbClr val="6A4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2">
            <a:extLst>
              <a:ext uri="{FF2B5EF4-FFF2-40B4-BE49-F238E27FC236}">
                <ns2:creationId id="{456660EA-5D39-4653-8AEA-7330A47C8F34}"/>
              </a:ext>
            </a:extLst>
          </p:cNvPr>
          <p:cNvSpPr>
            <a:spLocks noGrp="1"/>
          </p:cNvSpPr>
          <p:nvPr/>
        </p:nvSpPr>
        <p:spPr>
          <a:xfrm>
            <a:off x="990600" y="257175"/>
            <a:ext cx="400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56" b="1">
                <a:solidFill>
                  <a:srgbClr val="6A4DFF"/>
                </a:solidFill>
                <a:latin typeface="Aptos"/>
                <a:ea typeface="Aptos"/>
                <a:cs typeface="Aptos"/>
              </a:defRPr>
            </a:pPr>
            <a:r>
              <a:rPr sz="956" b="1">
                <a:solidFill>
                  <a:srgbClr val="6A4DFF"/>
                </a:solidFill>
                <a:latin typeface="Aptos"/>
                <a:ea typeface="Aptos"/>
                <a:cs typeface="Aptos"/>
              </a:rPr>
              <a:t>EVIDENCE MODEL</a:t>
            </a:r>
          </a:p>
        </p:txBody>
      </p:sp>
      <p:sp>
        <p:nvSpPr>
          <p:cNvPr id="5" name="Rectangle 3">
            <a:extLst>
              <a:ext uri="{FF2B5EF4-FFF2-40B4-BE49-F238E27FC236}">
                <ns2:creationId id="{EEBBF53A-6926-40F5-BF9D-2B0D6551DDD0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0965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Separate artifacts from review state.</a:t>
            </a:r>
          </a:p>
        </p:txBody>
      </p:sp>
      <p:sp>
        <p:nvSpPr>
          <p:cNvPr id="6" name="Rectangle 4">
            <a:extLst>
              <a:ext uri="{FF2B5EF4-FFF2-40B4-BE49-F238E27FC236}">
                <ns2:creationId id="{14BC2C35-3860-4FA1-8285-134A99920F7B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10972800" cy="19050"/>
          </a:xfrm>
          <a:prstGeom prst="rect">
            <a:avLst/>
          </a:prstGeom>
          <a:solidFill>
            <a:srgbClr val="E2EA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5">
            <a:extLst>
              <a:ext uri="{FF2B5EF4-FFF2-40B4-BE49-F238E27FC236}">
                <ns2:creationId id="{70E2A45F-4ACD-4381-9901-DD19F229CA2C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1708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089"/>
                </a:solidFill>
                <a:latin typeface="Aptos"/>
                <a:ea typeface="Aptos"/>
                <a:cs typeface="Aptos"/>
              </a:rPr>
              <a:t>Cloud Email Analyzer</a:t>
            </a:r>
          </a:p>
        </p:txBody>
      </p:sp>
      <p:sp>
        <p:nvSpPr>
          <p:cNvPr id="8" name="Rectangle 6">
            <a:extLst>
              <a:ext uri="{FF2B5EF4-FFF2-40B4-BE49-F238E27FC236}">
                <ns2:creationId id="{2C27D257-2A43-4BC0-84C3-0F6F3DAE44C4}"/>
              </a:ext>
            </a:extLst>
          </p:cNvPr>
          <p:cNvSpPr>
            <a:spLocks noGrp="1"/>
          </p:cNvSpPr>
          <p:nvPr/>
        </p:nvSpPr>
        <p:spPr>
          <a:xfrm>
            <a:off x="11258550" y="6429375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0">
                <a:solidFill>
                  <a:srgbClr val="61708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089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9" name="Rectangle 7">
            <a:extLst>
              <a:ext uri="{FF2B5EF4-FFF2-40B4-BE49-F238E27FC236}">
                <ns2:creationId id="{0821DDB9-9D33-46E8-8E93-3D815046D7CD}"/>
              </a:ext>
            </a:extLst>
          </p:cNvPr>
          <p:cNvSpPr>
            <a:spLocks noGrp="1"/>
          </p:cNvSpPr>
          <p:nvPr/>
        </p:nvSpPr>
        <p:spPr>
          <a:xfrm>
            <a:off x="800100" y="2209800"/>
            <a:ext cx="3905250" cy="2724150"/>
          </a:xfrm>
          <a:prstGeom prst="rect">
            <a:avLst/>
          </a:prstGeom>
          <a:solidFill>
            <a:srgbClr val="F9FBFF"/>
          </a:solidFill>
          <a:ln w="14288">
            <a:solidFill>
              <a:srgbClr val="C7D5E6"/>
            </a:solidFill>
            <a:prstDash val="solid"/>
          </a:ln>
        </p:spPr>
      </p:sp>
      <p:sp>
        <p:nvSpPr>
          <p:cNvPr id="10" name="Rectangle 8">
            <a:extLst>
              <a:ext uri="{FF2B5EF4-FFF2-40B4-BE49-F238E27FC236}">
                <ns2:creationId id="{64180FFB-E8C5-4AB3-98DE-72359C573220}"/>
              </a:ext>
            </a:extLst>
          </p:cNvPr>
          <p:cNvSpPr>
            <a:spLocks noGrp="1"/>
          </p:cNvSpPr>
          <p:nvPr/>
        </p:nvSpPr>
        <p:spPr>
          <a:xfrm>
            <a:off x="1047750" y="24574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38" b="1">
                <a:solidFill>
                  <a:srgbClr val="6A4DFF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6A4DFF"/>
                </a:solidFill>
                <a:latin typeface="Aptos"/>
                <a:ea typeface="Aptos"/>
                <a:cs typeface="Aptos"/>
              </a:rPr>
              <a:t>S3 artifact store</a:t>
            </a:r>
          </a:p>
        </p:txBody>
      </p:sp>
      <p:sp>
        <p:nvSpPr>
          <p:cNvPr id="11" name="Rectangle 9">
            <a:extLst>
              <a:ext uri="{FF2B5EF4-FFF2-40B4-BE49-F238E27FC236}">
                <ns2:creationId id="{8920685E-AB8D-4322-9B00-796EB09A7557}"/>
              </a:ext>
            </a:extLst>
          </p:cNvPr>
          <p:cNvSpPr>
            <a:spLocks noGrp="1"/>
          </p:cNvSpPr>
          <p:nvPr/>
        </p:nvSpPr>
        <p:spPr>
          <a:xfrm>
            <a:off x="1219200" y="2914650"/>
            <a:ext cx="3048000" cy="552450"/>
          </a:xfrm>
          <a:prstGeom prst="rect">
            <a:avLst/>
          </a:prstGeom>
          <a:solidFill>
            <a:srgbClr val="FFFFFF"/>
          </a:solidFill>
          <a:ln w="14288">
            <a:solidFill>
              <a:srgbClr val="C7D5E6"/>
            </a:solidFill>
            <a:prstDash val="solid"/>
          </a:ln>
        </p:spPr>
      </p:sp>
      <p:sp>
        <p:nvSpPr>
          <p:cNvPr id="12" name="Rectangle 10">
            <a:extLst>
              <a:ext uri="{FF2B5EF4-FFF2-40B4-BE49-F238E27FC236}">
                <ns2:creationId id="{34958090-0804-4657-BBAE-C9D6E259078A}"/>
              </a:ext>
            </a:extLst>
          </p:cNvPr>
          <p:cNvSpPr>
            <a:spLocks noGrp="1"/>
          </p:cNvSpPr>
          <p:nvPr/>
        </p:nvSpPr>
        <p:spPr>
          <a:xfrm>
            <a:off x="1333500" y="3038475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Raw MIME</a:t>
            </a:r>
          </a:p>
        </p:txBody>
      </p:sp>
      <p:sp>
        <p:nvSpPr>
          <p:cNvPr id="13" name="Rectangle 11">
            <a:extLst>
              <a:ext uri="{FF2B5EF4-FFF2-40B4-BE49-F238E27FC236}">
                <ns2:creationId id="{EC1436B8-631D-41FD-9A74-D1D9CBED61CD}"/>
              </a:ext>
            </a:extLst>
          </p:cNvPr>
          <p:cNvSpPr>
            <a:spLocks noGrp="1"/>
          </p:cNvSpPr>
          <p:nvPr/>
        </p:nvSpPr>
        <p:spPr>
          <a:xfrm>
            <a:off x="1485900" y="3233166"/>
            <a:ext cx="2514600" cy="20116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original inbound object</a:t>
            </a:r>
          </a:p>
        </p:txBody>
      </p:sp>
      <p:sp>
        <p:nvSpPr>
          <p:cNvPr id="14" name="Rectangle 12">
            <a:extLst>
              <a:ext uri="{FF2B5EF4-FFF2-40B4-BE49-F238E27FC236}">
                <ns2:creationId id="{202FB745-5F2C-410F-B4A7-AFDF714C71EC}"/>
              </a:ext>
            </a:extLst>
          </p:cNvPr>
          <p:cNvSpPr>
            <a:spLocks noGrp="1"/>
          </p:cNvSpPr>
          <p:nvPr/>
        </p:nvSpPr>
        <p:spPr>
          <a:xfrm>
            <a:off x="1219200" y="3600450"/>
            <a:ext cx="3048000" cy="552450"/>
          </a:xfrm>
          <a:prstGeom prst="rect">
            <a:avLst/>
          </a:prstGeom>
          <a:solidFill>
            <a:srgbClr val="FFFFFF"/>
          </a:solidFill>
          <a:ln w="14288">
            <a:solidFill>
              <a:srgbClr val="C7D5E6"/>
            </a:solidFill>
            <a:prstDash val="solid"/>
          </a:ln>
        </p:spPr>
      </p:sp>
      <p:sp>
        <p:nvSpPr>
          <p:cNvPr id="15" name="Rectangle 13">
            <a:extLst>
              <a:ext uri="{FF2B5EF4-FFF2-40B4-BE49-F238E27FC236}">
                <ns2:creationId id="{E3BDCE29-1351-4D28-BDB7-0EA080F5033D}"/>
              </a:ext>
            </a:extLst>
          </p:cNvPr>
          <p:cNvSpPr>
            <a:spLocks noGrp="1"/>
          </p:cNvSpPr>
          <p:nvPr/>
        </p:nvSpPr>
        <p:spPr>
          <a:xfrm>
            <a:off x="1333500" y="3724275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Parsed body</a:t>
            </a:r>
          </a:p>
        </p:txBody>
      </p:sp>
      <p:sp>
        <p:nvSpPr>
          <p:cNvPr id="16" name="Rectangle 14">
            <a:extLst>
              <a:ext uri="{FF2B5EF4-FFF2-40B4-BE49-F238E27FC236}">
                <ns2:creationId id="{8A5DC335-51EA-4879-B73D-A67EE6A4FB15}"/>
              </a:ext>
            </a:extLst>
          </p:cNvPr>
          <p:cNvSpPr>
            <a:spLocks noGrp="1"/>
          </p:cNvSpPr>
          <p:nvPr/>
        </p:nvSpPr>
        <p:spPr>
          <a:xfrm>
            <a:off x="1504950" y="3922586"/>
            <a:ext cx="2514600" cy="20116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plain text and HTML evidence</a:t>
            </a:r>
          </a:p>
        </p:txBody>
      </p:sp>
      <p:sp>
        <p:nvSpPr>
          <p:cNvPr id="17" name="Rectangle 15">
            <a:extLst>
              <a:ext uri="{FF2B5EF4-FFF2-40B4-BE49-F238E27FC236}">
                <ns2:creationId id="{9D519520-5EAC-41B2-BE66-D37DF6F8EDE9}"/>
              </a:ext>
            </a:extLst>
          </p:cNvPr>
          <p:cNvSpPr>
            <a:spLocks noGrp="1"/>
          </p:cNvSpPr>
          <p:nvPr/>
        </p:nvSpPr>
        <p:spPr>
          <a:xfrm>
            <a:off x="1219200" y="4286250"/>
            <a:ext cx="3048000" cy="552450"/>
          </a:xfrm>
          <a:prstGeom prst="rect">
            <a:avLst/>
          </a:prstGeom>
          <a:solidFill>
            <a:srgbClr val="FFFFFF"/>
          </a:solidFill>
          <a:ln w="14288">
            <a:solidFill>
              <a:srgbClr val="C7D5E6"/>
            </a:solidFill>
            <a:prstDash val="solid"/>
          </a:ln>
        </p:spPr>
      </p:sp>
      <p:sp>
        <p:nvSpPr>
          <p:cNvPr id="18" name="Rectangle 16">
            <a:extLst>
              <a:ext uri="{FF2B5EF4-FFF2-40B4-BE49-F238E27FC236}">
                <ns2:creationId id="{EE2E47C3-EF20-4A62-A981-4225E2190B12}"/>
              </a:ext>
            </a:extLst>
          </p:cNvPr>
          <p:cNvSpPr>
            <a:spLocks noGrp="1"/>
          </p:cNvSpPr>
          <p:nvPr/>
        </p:nvSpPr>
        <p:spPr>
          <a:xfrm>
            <a:off x="1333500" y="4410075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Attachment files</a:t>
            </a:r>
          </a:p>
        </p:txBody>
      </p:sp>
      <p:sp>
        <p:nvSpPr>
          <p:cNvPr id="19" name="Rectangle 17">
            <a:extLst>
              <a:ext uri="{FF2B5EF4-FFF2-40B4-BE49-F238E27FC236}">
                <ns2:creationId id="{67367A93-13BE-41F5-B1F3-48C31CB69D98}"/>
              </a:ext>
            </a:extLst>
          </p:cNvPr>
          <p:cNvSpPr>
            <a:spLocks noGrp="1"/>
          </p:cNvSpPr>
          <p:nvPr/>
        </p:nvSpPr>
        <p:spPr>
          <a:xfrm>
            <a:off x="1495425" y="4603623"/>
            <a:ext cx="2514600" cy="20116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extracted binary artifacts</a:t>
            </a:r>
          </a:p>
        </p:txBody>
      </p:sp>
      <p:sp>
        <p:nvSpPr>
          <p:cNvPr id="20" name="Rectangle 18">
            <a:extLst>
              <a:ext uri="{FF2B5EF4-FFF2-40B4-BE49-F238E27FC236}">
                <ns2:creationId id="{CA115EB6-D8CB-4E16-BBA1-E14B54BA7E2D}"/>
              </a:ext>
            </a:extLst>
          </p:cNvPr>
          <p:cNvSpPr>
            <a:spLocks noGrp="1"/>
          </p:cNvSpPr>
          <p:nvPr/>
        </p:nvSpPr>
        <p:spPr>
          <a:xfrm>
            <a:off x="5219700" y="3371850"/>
            <a:ext cx="1257300" cy="685800"/>
          </a:xfrm>
          <a:prstGeom prst="rect">
            <a:avLst/>
          </a:prstGeom>
          <a:solidFill>
            <a:srgbClr val="FFFFFF"/>
          </a:solidFill>
          <a:ln w="14288">
            <a:solidFill>
              <a:srgbClr val="C7D5E6"/>
            </a:solidFill>
            <a:prstDash val="solid"/>
          </a:ln>
        </p:spPr>
      </p:sp>
      <p:sp>
        <p:nvSpPr>
          <p:cNvPr id="21" name="Rectangle 19">
            <a:extLst>
              <a:ext uri="{FF2B5EF4-FFF2-40B4-BE49-F238E27FC236}">
                <ns2:creationId id="{0841BD62-571B-40AB-914B-36BD0CE519BE}"/>
              </a:ext>
            </a:extLst>
          </p:cNvPr>
          <p:cNvSpPr>
            <a:spLocks noGrp="1"/>
          </p:cNvSpPr>
          <p:nvPr/>
        </p:nvSpPr>
        <p:spPr>
          <a:xfrm>
            <a:off x="5333695" y="3495751"/>
            <a:ext cx="1028700" cy="28529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81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81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Pointers</a:t>
            </a:r>
          </a:p>
        </p:txBody>
      </p:sp>
      <p:sp>
        <p:nvSpPr>
          <p:cNvPr id="22" name="Rectangle 20">
            <a:extLst>
              <a:ext uri="{FF2B5EF4-FFF2-40B4-BE49-F238E27FC236}">
                <ns2:creationId id="{5F2402C4-C21A-48FC-8375-A84C841B0EA2}"/>
              </a:ext>
            </a:extLst>
          </p:cNvPr>
          <p:cNvSpPr>
            <a:spLocks noGrp="1"/>
          </p:cNvSpPr>
          <p:nvPr/>
        </p:nvSpPr>
        <p:spPr>
          <a:xfrm>
            <a:off x="5333695" y="3791102"/>
            <a:ext cx="1028700" cy="17190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44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844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+ verdicts</a:t>
            </a:r>
          </a:p>
        </p:txBody>
      </p:sp>
      <p:sp>
        <p:nvSpPr>
          <p:cNvPr id="23" name="">
            <a:extLst>
              <a:ext uri="{FF2B5EF4-FFF2-40B4-BE49-F238E27FC236}">
                <ns2:creationId id="{07EF9CA1-EFF1-44EC-8E17-8C3BAA6C6013}"/>
              </a:ext>
            </a:extLst>
          </p:cNvPr>
          <p:cNvSpPr>
            <a:spLocks noGrp="1"/>
          </p:cNvSpPr>
          <p:nvPr/>
        </p:nvSpPr>
        <p:spPr>
          <a:xfrm>
            <a:off x="4762500" y="3657600"/>
            <a:ext cx="428625" cy="114300"/>
          </a:xfrm>
          <a:prstGeom prst="rightArrow">
            <a:avLst/>
          </a:prstGeom>
          <a:solidFill>
            <a:srgbClr val="6A4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>
              <a:ext uri="{FF2B5EF4-FFF2-40B4-BE49-F238E27FC236}">
                <ns2:creationId id="{2CBEDF06-38DE-4B3F-8888-7A74C6C4A1C4}"/>
              </a:ext>
            </a:extLst>
          </p:cNvPr>
          <p:cNvSpPr>
            <a:spLocks noGrp="1"/>
          </p:cNvSpPr>
          <p:nvPr/>
        </p:nvSpPr>
        <p:spPr>
          <a:xfrm>
            <a:off x="6476695" y="3657600"/>
            <a:ext cx="470459" cy="114300"/>
          </a:xfrm>
          <a:prstGeom prst="rightArrow">
            <a:avLst/>
          </a:prstGeom>
          <a:solidFill>
            <a:srgbClr val="6A4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5">
            <a:extLst>
              <a:ext uri="{FF2B5EF4-FFF2-40B4-BE49-F238E27FC236}">
                <ns2:creationId id="{45F34815-093B-4CCF-B898-0528F4BA0A69}"/>
              </a:ext>
            </a:extLst>
          </p:cNvPr>
          <p:cNvSpPr>
            <a:spLocks noGrp="1"/>
          </p:cNvSpPr>
          <p:nvPr/>
        </p:nvSpPr>
        <p:spPr>
          <a:xfrm>
            <a:off x="6991350" y="2209800"/>
            <a:ext cx="4400550" cy="2724150"/>
          </a:xfrm>
          <a:prstGeom prst="rect">
            <a:avLst/>
          </a:prstGeom>
          <a:solidFill>
            <a:srgbClr val="F9FBFF"/>
          </a:solidFill>
          <a:ln w="14288">
            <a:solidFill>
              <a:srgbClr val="C7D5E6"/>
            </a:solidFill>
            <a:prstDash val="solid"/>
          </a:ln>
        </p:spPr>
      </p:sp>
      <p:sp>
        <p:nvSpPr>
          <p:cNvPr id="26" name="Rectangle 26">
            <a:extLst>
              <a:ext uri="{FF2B5EF4-FFF2-40B4-BE49-F238E27FC236}">
                <ns2:creationId id="{657947E0-86A1-4711-99BB-40D287536540}"/>
              </a:ext>
            </a:extLst>
          </p:cNvPr>
          <p:cNvSpPr>
            <a:spLocks noGrp="1"/>
          </p:cNvSpPr>
          <p:nvPr/>
        </p:nvSpPr>
        <p:spPr>
          <a:xfrm>
            <a:off x="7239000" y="2457450"/>
            <a:ext cx="3905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38" b="1">
                <a:solidFill>
                  <a:srgbClr val="6A4DFF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6A4DFF"/>
                </a:solidFill>
                <a:latin typeface="Aptos"/>
                <a:ea typeface="Aptos"/>
                <a:cs typeface="Aptos"/>
              </a:rPr>
              <a:t>DynamoDB review state</a:t>
            </a:r>
          </a:p>
        </p:txBody>
      </p:sp>
      <p:sp>
        <p:nvSpPr>
          <p:cNvPr id="27" name="Rectangle 27">
            <a:extLst>
              <a:ext uri="{FF2B5EF4-FFF2-40B4-BE49-F238E27FC236}">
                <ns2:creationId id="{AE9C59D1-DE7E-4090-9736-EFE8B3BA3504}"/>
              </a:ext>
            </a:extLst>
          </p:cNvPr>
          <p:cNvSpPr>
            <a:spLocks noGrp="1"/>
          </p:cNvSpPr>
          <p:nvPr/>
        </p:nvSpPr>
        <p:spPr>
          <a:xfrm>
            <a:off x="7239000" y="2914650"/>
            <a:ext cx="1695450" cy="742950"/>
          </a:xfrm>
          <a:prstGeom prst="rect">
            <a:avLst/>
          </a:prstGeom>
          <a:solidFill>
            <a:srgbClr val="FFFFFF"/>
          </a:solidFill>
          <a:ln w="14288">
            <a:solidFill>
              <a:srgbClr val="C7D5E6"/>
            </a:solidFill>
            <a:prstDash val="solid"/>
          </a:ln>
        </p:spPr>
      </p:sp>
      <p:sp>
        <p:nvSpPr>
          <p:cNvPr id="28" name="Rectangle 28">
            <a:extLst>
              <a:ext uri="{FF2B5EF4-FFF2-40B4-BE49-F238E27FC236}">
                <ns2:creationId id="{E36DFA02-1401-449C-948A-1E6F49EA87F8}"/>
              </a:ext>
            </a:extLst>
          </p:cNvPr>
          <p:cNvSpPr>
            <a:spLocks noGrp="1"/>
          </p:cNvSpPr>
          <p:nvPr/>
        </p:nvSpPr>
        <p:spPr>
          <a:xfrm>
            <a:off x="7353300" y="3038475"/>
            <a:ext cx="1466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56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956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Message ledger</a:t>
            </a:r>
          </a:p>
        </p:txBody>
      </p:sp>
      <p:sp>
        <p:nvSpPr>
          <p:cNvPr id="29" name="Rectangle 29">
            <a:extLst>
              <a:ext uri="{FF2B5EF4-FFF2-40B4-BE49-F238E27FC236}">
                <ns2:creationId id="{2BC7345A-A588-4876-9FA9-AA9299B07205}"/>
              </a:ext>
            </a:extLst>
          </p:cNvPr>
          <p:cNvSpPr>
            <a:spLocks noGrp="1"/>
          </p:cNvSpPr>
          <p:nvPr/>
        </p:nvSpPr>
        <p:spPr>
          <a:xfrm>
            <a:off x="7338822" y="3268809"/>
            <a:ext cx="1481328" cy="2194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status · verdicts · links</a:t>
            </a:r>
          </a:p>
        </p:txBody>
      </p:sp>
      <p:sp>
        <p:nvSpPr>
          <p:cNvPr id="30" name="Rectangle 30">
            <a:extLst>
              <a:ext uri="{FF2B5EF4-FFF2-40B4-BE49-F238E27FC236}">
                <ns2:creationId id="{D702678E-4E90-4EA4-984B-A1C86718A817}"/>
              </a:ext>
            </a:extLst>
          </p:cNvPr>
          <p:cNvSpPr>
            <a:spLocks noGrp="1"/>
          </p:cNvSpPr>
          <p:nvPr/>
        </p:nvSpPr>
        <p:spPr>
          <a:xfrm>
            <a:off x="9296400" y="2914650"/>
            <a:ext cx="1695450" cy="742950"/>
          </a:xfrm>
          <a:prstGeom prst="rect">
            <a:avLst/>
          </a:prstGeom>
          <a:solidFill>
            <a:srgbClr val="FFFFFF"/>
          </a:solidFill>
          <a:ln w="14288">
            <a:solidFill>
              <a:srgbClr val="C7D5E6"/>
            </a:solidFill>
            <a:prstDash val="solid"/>
          </a:ln>
        </p:spPr>
      </p:sp>
      <p:sp>
        <p:nvSpPr>
          <p:cNvPr id="31" name="Rectangle 31">
            <a:extLst>
              <a:ext uri="{FF2B5EF4-FFF2-40B4-BE49-F238E27FC236}">
                <ns2:creationId id="{6238BFEB-67AC-44A8-A1A2-A6FEC1D07517}"/>
              </a:ext>
            </a:extLst>
          </p:cNvPr>
          <p:cNvSpPr>
            <a:spLocks noGrp="1"/>
          </p:cNvSpPr>
          <p:nvPr/>
        </p:nvSpPr>
        <p:spPr>
          <a:xfrm>
            <a:off x="9410700" y="3038475"/>
            <a:ext cx="1466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56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956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Inbox projection</a:t>
            </a:r>
          </a:p>
        </p:txBody>
      </p:sp>
      <p:sp>
        <p:nvSpPr>
          <p:cNvPr id="32" name="Rectangle 32">
            <a:extLst>
              <a:ext uri="{FF2B5EF4-FFF2-40B4-BE49-F238E27FC236}">
                <ns2:creationId id="{D103BF49-75AB-48C4-8A11-A26D81405C1D}"/>
              </a:ext>
            </a:extLst>
          </p:cNvPr>
          <p:cNvSpPr>
            <a:spLocks noGrp="1"/>
          </p:cNvSpPr>
          <p:nvPr/>
        </p:nvSpPr>
        <p:spPr>
          <a:xfrm>
            <a:off x="9369933" y="3268809"/>
            <a:ext cx="1481328" cy="2194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per-user review rows</a:t>
            </a:r>
          </a:p>
        </p:txBody>
      </p:sp>
      <p:sp>
        <p:nvSpPr>
          <p:cNvPr id="33" name="Rectangle 33">
            <a:extLst>
              <a:ext uri="{FF2B5EF4-FFF2-40B4-BE49-F238E27FC236}">
                <ns2:creationId id="{A27CD4BB-2A04-4CDF-B750-8C8E643932D6}"/>
              </a:ext>
            </a:extLst>
          </p:cNvPr>
          <p:cNvSpPr>
            <a:spLocks noGrp="1"/>
          </p:cNvSpPr>
          <p:nvPr/>
        </p:nvSpPr>
        <p:spPr>
          <a:xfrm>
            <a:off x="7239000" y="3981450"/>
            <a:ext cx="1695450" cy="742950"/>
          </a:xfrm>
          <a:prstGeom prst="rect">
            <a:avLst/>
          </a:prstGeom>
          <a:solidFill>
            <a:srgbClr val="FFFFFF"/>
          </a:solidFill>
          <a:ln w="14288">
            <a:solidFill>
              <a:srgbClr val="C7D5E6"/>
            </a:solidFill>
            <a:prstDash val="solid"/>
          </a:ln>
        </p:spPr>
      </p:sp>
      <p:sp>
        <p:nvSpPr>
          <p:cNvPr id="34" name="Rectangle 34">
            <a:extLst>
              <a:ext uri="{FF2B5EF4-FFF2-40B4-BE49-F238E27FC236}">
                <ns2:creationId id="{8A74B368-6F6F-47E7-A7E0-AD36DC78442C}"/>
              </a:ext>
            </a:extLst>
          </p:cNvPr>
          <p:cNvSpPr>
            <a:spLocks noGrp="1"/>
          </p:cNvSpPr>
          <p:nvPr/>
        </p:nvSpPr>
        <p:spPr>
          <a:xfrm>
            <a:off x="7353300" y="4105275"/>
            <a:ext cx="1466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56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956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Attachments</a:t>
            </a:r>
          </a:p>
        </p:txBody>
      </p:sp>
      <p:sp>
        <p:nvSpPr>
          <p:cNvPr id="35" name="Rectangle 35">
            <a:extLst>
              <a:ext uri="{FF2B5EF4-FFF2-40B4-BE49-F238E27FC236}">
                <ns2:creationId id="{469E08CB-A282-498A-8485-2FC8480EB89A}"/>
              </a:ext>
            </a:extLst>
          </p:cNvPr>
          <p:cNvSpPr>
            <a:spLocks noGrp="1"/>
          </p:cNvSpPr>
          <p:nvPr/>
        </p:nvSpPr>
        <p:spPr>
          <a:xfrm>
            <a:off x="7353300" y="4309682"/>
            <a:ext cx="1481328" cy="2194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hash · scan verdict</a:t>
            </a:r>
          </a:p>
        </p:txBody>
      </p:sp>
      <p:sp>
        <p:nvSpPr>
          <p:cNvPr id="36" name="Rectangle 36">
            <a:extLst>
              <a:ext uri="{FF2B5EF4-FFF2-40B4-BE49-F238E27FC236}">
                <ns2:creationId id="{AF6A18C7-C91E-49C0-AD4C-8CBA7C1D5A21}"/>
              </a:ext>
            </a:extLst>
          </p:cNvPr>
          <p:cNvSpPr>
            <a:spLocks noGrp="1"/>
          </p:cNvSpPr>
          <p:nvPr/>
        </p:nvSpPr>
        <p:spPr>
          <a:xfrm>
            <a:off x="9296400" y="3981450"/>
            <a:ext cx="1695450" cy="742950"/>
          </a:xfrm>
          <a:prstGeom prst="rect">
            <a:avLst/>
          </a:prstGeom>
          <a:solidFill>
            <a:srgbClr val="FFFFFF"/>
          </a:solidFill>
          <a:ln w="14288">
            <a:solidFill>
              <a:srgbClr val="C7D5E6"/>
            </a:solidFill>
            <a:prstDash val="solid"/>
          </a:ln>
        </p:spPr>
      </p:sp>
      <p:sp>
        <p:nvSpPr>
          <p:cNvPr id="37" name="Rectangle 37">
            <a:extLst>
              <a:ext uri="{FF2B5EF4-FFF2-40B4-BE49-F238E27FC236}">
                <ns2:creationId id="{3E331FAD-9693-40D2-AE39-62A36217275B}"/>
              </a:ext>
            </a:extLst>
          </p:cNvPr>
          <p:cNvSpPr>
            <a:spLocks noGrp="1"/>
          </p:cNvSpPr>
          <p:nvPr/>
        </p:nvSpPr>
        <p:spPr>
          <a:xfrm>
            <a:off x="9410700" y="4105275"/>
            <a:ext cx="1466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56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956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Audit records</a:t>
            </a:r>
          </a:p>
        </p:txBody>
      </p:sp>
      <p:sp>
        <p:nvSpPr>
          <p:cNvPr id="38" name="Rectangle 38">
            <a:extLst>
              <a:ext uri="{FF2B5EF4-FFF2-40B4-BE49-F238E27FC236}">
                <ns2:creationId id="{A5F4EC6D-4008-4AC2-97FC-0E1CD4EF3DE2}"/>
              </a:ext>
            </a:extLst>
          </p:cNvPr>
          <p:cNvSpPr>
            <a:spLocks noGrp="1"/>
          </p:cNvSpPr>
          <p:nvPr/>
        </p:nvSpPr>
        <p:spPr>
          <a:xfrm>
            <a:off x="9296400" y="4329665"/>
            <a:ext cx="1680972" cy="19947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actor · action · metadata</a:t>
            </a:r>
          </a:p>
        </p:txBody>
      </p:sp>
      <p:sp>
        <p:nvSpPr>
          <p:cNvPr id="39" name="Rectangle 39">
            <a:extLst>
              <a:ext uri="{FF2B5EF4-FFF2-40B4-BE49-F238E27FC236}">
                <ns2:creationId id="{F8B50697-4620-47B8-89DE-9949A67C9203}"/>
              </a:ext>
            </a:extLst>
          </p:cNvPr>
          <p:cNvSpPr>
            <a:spLocks noGrp="1"/>
          </p:cNvSpPr>
          <p:nvPr/>
        </p:nvSpPr>
        <p:spPr>
          <a:xfrm>
            <a:off x="1447800" y="5448300"/>
            <a:ext cx="92964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81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81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Dashboard requests compact state first, then retrieves large artifacts through authorized API calls.</a:t>
            </a:r>
          </a:p>
        </p:txBody>
      </p:sp>
    </p:spTree>
    <p:extLst>
      <p:ext uri="{BB962C8B-B14F-4D97-AF65-F5344CB8AC3E}">
        <ns3:creationId val="72422658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9">
            <a:extLst>
              <a:ext uri="{FF2B5EF4-FFF2-40B4-BE49-F238E27FC236}">
                <ns2:creationId id="{5095FEAB-C348-43B3-B981-0F510B23091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1">
            <a:extLst>
              <a:ext uri="{FF2B5EF4-FFF2-40B4-BE49-F238E27FC236}">
                <ns2:creationId id="{4F254CA3-9F07-489A-9F12-934AB47BDDD6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266700" cy="57150"/>
          </a:xfrm>
          <a:prstGeom prst="rect">
            <a:avLst/>
          </a:prstGeom>
          <a:solidFill>
            <a:srgbClr val="6A4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2">
            <a:extLst>
              <a:ext uri="{FF2B5EF4-FFF2-40B4-BE49-F238E27FC236}">
                <ns2:creationId id="{6D557254-810A-441A-B400-10F45403D2F3}"/>
              </a:ext>
            </a:extLst>
          </p:cNvPr>
          <p:cNvSpPr>
            <a:spLocks noGrp="1"/>
          </p:cNvSpPr>
          <p:nvPr/>
        </p:nvSpPr>
        <p:spPr>
          <a:xfrm>
            <a:off x="990600" y="257175"/>
            <a:ext cx="400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56" b="1">
                <a:solidFill>
                  <a:srgbClr val="6A4DFF"/>
                </a:solidFill>
                <a:latin typeface="Aptos"/>
                <a:ea typeface="Aptos"/>
                <a:cs typeface="Aptos"/>
              </a:defRPr>
            </a:pPr>
            <a:r>
              <a:rPr sz="956" b="1">
                <a:solidFill>
                  <a:srgbClr val="6A4DFF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5" name="Rectangle 3">
            <a:extLst>
              <a:ext uri="{FF2B5EF4-FFF2-40B4-BE49-F238E27FC236}">
                <ns2:creationId id="{AEBDFFA2-8F7C-482A-B94C-32D16E2A2802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0965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Internal validation supports the packaged classifier.</a:t>
            </a:r>
          </a:p>
        </p:txBody>
      </p:sp>
      <p:sp>
        <p:nvSpPr>
          <p:cNvPr id="6" name="Rectangle 4">
            <a:extLst>
              <a:ext uri="{FF2B5EF4-FFF2-40B4-BE49-F238E27FC236}">
                <ns2:creationId id="{E39C635F-845B-4F4D-91E6-552AC47C2D3F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10972800" cy="19050"/>
          </a:xfrm>
          <a:prstGeom prst="rect">
            <a:avLst/>
          </a:prstGeom>
          <a:solidFill>
            <a:srgbClr val="E2EA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5">
            <a:extLst>
              <a:ext uri="{FF2B5EF4-FFF2-40B4-BE49-F238E27FC236}">
                <ns2:creationId id="{AE8F0123-AF3A-4AD2-8459-4DF934B5FBB9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1708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089"/>
                </a:solidFill>
                <a:latin typeface="Aptos"/>
                <a:ea typeface="Aptos"/>
                <a:cs typeface="Aptos"/>
              </a:rPr>
              <a:t>Cloud Email Analyzer</a:t>
            </a:r>
          </a:p>
        </p:txBody>
      </p:sp>
      <p:sp>
        <p:nvSpPr>
          <p:cNvPr id="8" name="Rectangle 6">
            <a:extLst>
              <a:ext uri="{FF2B5EF4-FFF2-40B4-BE49-F238E27FC236}">
                <ns2:creationId id="{B74C7DA7-2123-4339-A778-3C46E6212047}"/>
              </a:ext>
            </a:extLst>
          </p:cNvPr>
          <p:cNvSpPr>
            <a:spLocks noGrp="1"/>
          </p:cNvSpPr>
          <p:nvPr/>
        </p:nvSpPr>
        <p:spPr>
          <a:xfrm>
            <a:off x="11258550" y="6429375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0">
                <a:solidFill>
                  <a:srgbClr val="61708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089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9" name="Rectangle 7">
            <a:extLst>
              <a:ext uri="{FF2B5EF4-FFF2-40B4-BE49-F238E27FC236}">
                <ns2:creationId id="{00BBFF91-2B4B-4603-8D40-51A4547E9E7C}"/>
              </a:ext>
            </a:extLst>
          </p:cNvPr>
          <p:cNvSpPr>
            <a:spLocks noGrp="1"/>
          </p:cNvSpPr>
          <p:nvPr/>
        </p:nvSpPr>
        <p:spPr>
          <a:xfrm>
            <a:off x="594360" y="1901952"/>
            <a:ext cx="7296912" cy="4160520"/>
          </a:xfrm>
          <a:prstGeom prst="rect">
            <a:avLst/>
          </a:prstGeom>
          <a:solidFill>
            <a:srgbClr val="FFFFFF"/>
          </a:solidFill>
          <a:ln w="14288">
            <a:solidFill>
              <a:srgbClr val="C7D5E6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24C4B49F-4C96-4B7C-BE77-08E171CA4C33}"/>
              </a:ext>
            </a:extLst>
          </p:cNvPr>
          <p:cNvSpPr>
            <a:spLocks noGrp="1"/>
          </p:cNvSpPr>
          <p:nvPr/>
        </p:nvSpPr>
        <p:spPr>
          <a:xfrm>
            <a:off x="861060" y="2130552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Classifier recall</a:t>
            </a:r>
          </a:p>
        </p:txBody>
      </p:sp>
      <p:sp>
        <p:nvSpPr>
          <p:cNvPr id="11" name="">
            <a:extLst>
              <a:ext uri="{FF2B5EF4-FFF2-40B4-BE49-F238E27FC236}">
                <ns2:creationId id="{AA994B36-6B28-45A5-ABDF-164CEB5079B7}"/>
              </a:ext>
            </a:extLst>
          </p:cNvPr>
          <p:cNvSpPr>
            <a:spLocks noGrp="1"/>
          </p:cNvSpPr>
          <p:nvPr/>
        </p:nvSpPr>
        <p:spPr>
          <a:xfrm>
            <a:off x="861060" y="2387727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Bars show recall; whiskers span the tracked metric spread.</a:t>
            </a:r>
          </a:p>
        </p:txBody>
      </p:sp>
      <p:sp>
        <p:nvSpPr>
          <p:cNvPr id="12" name="">
            <a:extLst>
              <a:ext uri="{FF2B5EF4-FFF2-40B4-BE49-F238E27FC236}">
                <ns2:creationId id="{FCFDA0F3-28EA-44D5-98F8-D8E0CBE2C2AE}"/>
              </a:ext>
            </a:extLst>
          </p:cNvPr>
          <p:cNvSpPr>
            <a:spLocks noGrp="1"/>
          </p:cNvSpPr>
          <p:nvPr/>
        </p:nvSpPr>
        <p:spPr>
          <a:xfrm>
            <a:off x="1337310" y="5433822"/>
            <a:ext cx="6077712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E7EEF7"/>
            </a:solidFill>
            <a:prstDash val="solid"/>
          </a:ln>
        </p:spPr>
      </p:sp>
      <p:sp>
        <p:nvSpPr>
          <p:cNvPr id="13" name="">
            <a:extLst>
              <a:ext uri="{FF2B5EF4-FFF2-40B4-BE49-F238E27FC236}">
                <ns2:creationId id="{AEC58B20-A8A2-42C1-87CD-B7D776C0A329}"/>
              </a:ext>
            </a:extLst>
          </p:cNvPr>
          <p:cNvSpPr>
            <a:spLocks noGrp="1"/>
          </p:cNvSpPr>
          <p:nvPr/>
        </p:nvSpPr>
        <p:spPr>
          <a:xfrm>
            <a:off x="803910" y="5357622"/>
            <a:ext cx="438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13" b="0">
                <a:solidFill>
                  <a:srgbClr val="61708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17089"/>
                </a:solidFill>
                <a:latin typeface="Aptos"/>
                <a:ea typeface="Aptos"/>
                <a:cs typeface="Aptos"/>
              </a:rPr>
              <a:t>0.90</a:t>
            </a:r>
          </a:p>
        </p:txBody>
      </p:sp>
      <p:sp>
        <p:nvSpPr>
          <p:cNvPr id="14" name="">
            <a:extLst>
              <a:ext uri="{FF2B5EF4-FFF2-40B4-BE49-F238E27FC236}">
                <ns2:creationId id="{D83F7165-DFE2-4721-8A5A-9F104440E55B}"/>
              </a:ext>
            </a:extLst>
          </p:cNvPr>
          <p:cNvSpPr>
            <a:spLocks noGrp="1"/>
          </p:cNvSpPr>
          <p:nvPr/>
        </p:nvSpPr>
        <p:spPr>
          <a:xfrm>
            <a:off x="1337310" y="4872228"/>
            <a:ext cx="6077712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E7EEF7"/>
            </a:solidFill>
            <a:prstDash val="solid"/>
          </a:ln>
        </p:spPr>
      </p:sp>
      <p:sp>
        <p:nvSpPr>
          <p:cNvPr id="15" name="">
            <a:extLst>
              <a:ext uri="{FF2B5EF4-FFF2-40B4-BE49-F238E27FC236}">
                <ns2:creationId id="{775F169D-82D9-486C-B067-5B4C1454BA69}"/>
              </a:ext>
            </a:extLst>
          </p:cNvPr>
          <p:cNvSpPr>
            <a:spLocks noGrp="1"/>
          </p:cNvSpPr>
          <p:nvPr/>
        </p:nvSpPr>
        <p:spPr>
          <a:xfrm>
            <a:off x="803910" y="4796028"/>
            <a:ext cx="438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13" b="0">
                <a:solidFill>
                  <a:srgbClr val="61708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17089"/>
                </a:solidFill>
                <a:latin typeface="Aptos"/>
                <a:ea typeface="Aptos"/>
                <a:cs typeface="Aptos"/>
              </a:rPr>
              <a:t>0.92</a:t>
            </a:r>
          </a:p>
        </p:txBody>
      </p:sp>
      <p:sp>
        <p:nvSpPr>
          <p:cNvPr id="16" name="">
            <a:extLst>
              <a:ext uri="{FF2B5EF4-FFF2-40B4-BE49-F238E27FC236}">
                <ns2:creationId id="{74F4D0B7-1C33-41DA-A266-4F03E8CAF045}"/>
              </a:ext>
            </a:extLst>
          </p:cNvPr>
          <p:cNvSpPr>
            <a:spLocks noGrp="1"/>
          </p:cNvSpPr>
          <p:nvPr/>
        </p:nvSpPr>
        <p:spPr>
          <a:xfrm>
            <a:off x="1337310" y="4310634"/>
            <a:ext cx="6077712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E7EEF7"/>
            </a:solidFill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23B6AB73-BC9C-4E73-90FC-7EDEEAD01E04}"/>
              </a:ext>
            </a:extLst>
          </p:cNvPr>
          <p:cNvSpPr>
            <a:spLocks noGrp="1"/>
          </p:cNvSpPr>
          <p:nvPr/>
        </p:nvSpPr>
        <p:spPr>
          <a:xfrm>
            <a:off x="803910" y="4234434"/>
            <a:ext cx="438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13" b="0">
                <a:solidFill>
                  <a:srgbClr val="61708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17089"/>
                </a:solidFill>
                <a:latin typeface="Aptos"/>
                <a:ea typeface="Aptos"/>
                <a:cs typeface="Aptos"/>
              </a:rPr>
              <a:t>0.94</a:t>
            </a:r>
          </a:p>
        </p:txBody>
      </p:sp>
      <p:sp>
        <p:nvSpPr>
          <p:cNvPr id="18" name="">
            <a:extLst>
              <a:ext uri="{FF2B5EF4-FFF2-40B4-BE49-F238E27FC236}">
                <ns2:creationId id="{E4ED4C64-2480-4331-B69B-D7B6C45433DF}"/>
              </a:ext>
            </a:extLst>
          </p:cNvPr>
          <p:cNvSpPr>
            <a:spLocks noGrp="1"/>
          </p:cNvSpPr>
          <p:nvPr/>
        </p:nvSpPr>
        <p:spPr>
          <a:xfrm>
            <a:off x="1337310" y="3749040"/>
            <a:ext cx="6077712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E7EEF7"/>
            </a:solidFill>
            <a:prstDash val="solid"/>
          </a:ln>
        </p:spPr>
      </p:sp>
      <p:sp>
        <p:nvSpPr>
          <p:cNvPr id="19" name="">
            <a:extLst>
              <a:ext uri="{FF2B5EF4-FFF2-40B4-BE49-F238E27FC236}">
                <ns2:creationId id="{0DC48A27-D8B4-46C6-80F2-691EF9212528}"/>
              </a:ext>
            </a:extLst>
          </p:cNvPr>
          <p:cNvSpPr>
            <a:spLocks noGrp="1"/>
          </p:cNvSpPr>
          <p:nvPr/>
        </p:nvSpPr>
        <p:spPr>
          <a:xfrm>
            <a:off x="803910" y="3672840"/>
            <a:ext cx="438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13" b="0">
                <a:solidFill>
                  <a:srgbClr val="61708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17089"/>
                </a:solidFill>
                <a:latin typeface="Aptos"/>
                <a:ea typeface="Aptos"/>
                <a:cs typeface="Aptos"/>
              </a:rPr>
              <a:t>0.96</a:t>
            </a:r>
          </a:p>
        </p:txBody>
      </p:sp>
      <p:sp>
        <p:nvSpPr>
          <p:cNvPr id="20" name="">
            <a:extLst>
              <a:ext uri="{FF2B5EF4-FFF2-40B4-BE49-F238E27FC236}">
                <ns2:creationId id="{542B61DF-B89E-4407-B3B2-A8BAA7C770F5}"/>
              </a:ext>
            </a:extLst>
          </p:cNvPr>
          <p:cNvSpPr>
            <a:spLocks noGrp="1"/>
          </p:cNvSpPr>
          <p:nvPr/>
        </p:nvSpPr>
        <p:spPr>
          <a:xfrm>
            <a:off x="1337310" y="3187446"/>
            <a:ext cx="6077712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E7EEF7"/>
            </a:solidFill>
            <a:prstDash val="solid"/>
          </a:ln>
        </p:spPr>
      </p:sp>
      <p:sp>
        <p:nvSpPr>
          <p:cNvPr id="21" name="">
            <a:extLst>
              <a:ext uri="{FF2B5EF4-FFF2-40B4-BE49-F238E27FC236}">
                <ns2:creationId id="{FB2C489E-D63B-4B2A-9532-292F0FC67282}"/>
              </a:ext>
            </a:extLst>
          </p:cNvPr>
          <p:cNvSpPr>
            <a:spLocks noGrp="1"/>
          </p:cNvSpPr>
          <p:nvPr/>
        </p:nvSpPr>
        <p:spPr>
          <a:xfrm>
            <a:off x="803910" y="3111246"/>
            <a:ext cx="438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13" b="0">
                <a:solidFill>
                  <a:srgbClr val="61708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17089"/>
                </a:solidFill>
                <a:latin typeface="Aptos"/>
                <a:ea typeface="Aptos"/>
                <a:cs typeface="Aptos"/>
              </a:rPr>
              <a:t>0.98</a:t>
            </a:r>
          </a:p>
        </p:txBody>
      </p:sp>
      <p:sp>
        <p:nvSpPr>
          <p:cNvPr id="22" name="">
            <a:extLst>
              <a:ext uri="{FF2B5EF4-FFF2-40B4-BE49-F238E27FC236}">
                <ns2:creationId id="{F0854E21-DFF9-4A69-9DE4-87E928CF8E38}"/>
              </a:ext>
            </a:extLst>
          </p:cNvPr>
          <p:cNvSpPr>
            <a:spLocks noGrp="1"/>
          </p:cNvSpPr>
          <p:nvPr/>
        </p:nvSpPr>
        <p:spPr>
          <a:xfrm>
            <a:off x="1337310" y="2625852"/>
            <a:ext cx="6077712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E7EEF7"/>
            </a:solidFill>
            <a:prstDash val="solid"/>
          </a:ln>
        </p:spPr>
      </p:sp>
      <p:sp>
        <p:nvSpPr>
          <p:cNvPr id="23" name="">
            <a:extLst>
              <a:ext uri="{FF2B5EF4-FFF2-40B4-BE49-F238E27FC236}">
                <ns2:creationId id="{41BD8DE6-3FB0-43AA-B068-04D3C0D69138}"/>
              </a:ext>
            </a:extLst>
          </p:cNvPr>
          <p:cNvSpPr>
            <a:spLocks noGrp="1"/>
          </p:cNvSpPr>
          <p:nvPr/>
        </p:nvSpPr>
        <p:spPr>
          <a:xfrm>
            <a:off x="803910" y="2549652"/>
            <a:ext cx="438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13" b="0">
                <a:solidFill>
                  <a:srgbClr val="61708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17089"/>
                </a:solidFill>
                <a:latin typeface="Aptos"/>
                <a:ea typeface="Aptos"/>
                <a:cs typeface="Aptos"/>
              </a:rPr>
              <a:t>1.00</a:t>
            </a:r>
          </a:p>
        </p:txBody>
      </p:sp>
      <p:sp>
        <p:nvSpPr>
          <p:cNvPr id="24" name="">
            <a:extLst>
              <a:ext uri="{FF2B5EF4-FFF2-40B4-BE49-F238E27FC236}">
                <ns2:creationId id="{8FD0CA36-3DFF-4456-920A-374982104C7B}"/>
              </a:ext>
            </a:extLst>
          </p:cNvPr>
          <p:cNvSpPr>
            <a:spLocks noGrp="1"/>
          </p:cNvSpPr>
          <p:nvPr/>
        </p:nvSpPr>
        <p:spPr>
          <a:xfrm>
            <a:off x="1337310" y="2625852"/>
            <a:ext cx="0" cy="2807970"/>
          </a:xfrm>
          <a:prstGeom prst="line">
            <a:avLst/>
          </a:prstGeom>
          <a:solidFill>
            <a:srgbClr val="000000">
              <a:alpha val="0"/>
            </a:srgbClr>
          </a:solidFill>
          <a:ln w="13335">
            <a:solidFill>
              <a:srgbClr val="93A9C1"/>
            </a:solidFill>
            <a:prstDash val="solid"/>
          </a:ln>
        </p:spPr>
      </p:sp>
      <p:sp>
        <p:nvSpPr>
          <p:cNvPr id="25" name="">
            <a:extLst>
              <a:ext uri="{FF2B5EF4-FFF2-40B4-BE49-F238E27FC236}">
                <ns2:creationId id="{FAC3F3F9-4B69-40BB-A09B-1E12B96EED52}"/>
              </a:ext>
            </a:extLst>
          </p:cNvPr>
          <p:cNvSpPr>
            <a:spLocks noGrp="1"/>
          </p:cNvSpPr>
          <p:nvPr/>
        </p:nvSpPr>
        <p:spPr>
          <a:xfrm>
            <a:off x="1337310" y="5433822"/>
            <a:ext cx="6077712" cy="0"/>
          </a:xfrm>
          <a:prstGeom prst="line">
            <a:avLst/>
          </a:prstGeom>
          <a:solidFill>
            <a:srgbClr val="000000">
              <a:alpha val="0"/>
            </a:srgbClr>
          </a:solidFill>
          <a:ln w="13335">
            <a:solidFill>
              <a:srgbClr val="93A9C1"/>
            </a:solidFill>
            <a:prstDash val="solid"/>
          </a:ln>
        </p:spPr>
      </p:sp>
      <p:sp>
        <p:nvSpPr>
          <p:cNvPr id="26" name="">
            <a:extLst>
              <a:ext uri="{FF2B5EF4-FFF2-40B4-BE49-F238E27FC236}">
                <ns2:creationId id="{57D6F7A4-CABF-4BB9-A708-7A5D8A2D8B60}"/>
              </a:ext>
            </a:extLst>
          </p:cNvPr>
          <p:cNvSpPr>
            <a:spLocks noGrp="1"/>
          </p:cNvSpPr>
          <p:nvPr/>
        </p:nvSpPr>
        <p:spPr>
          <a:xfrm>
            <a:off x="1801749" y="3187446"/>
            <a:ext cx="590550" cy="2246376"/>
          </a:xfrm>
          <a:prstGeom prst="rect">
            <a:avLst/>
          </a:prstGeom>
          <a:solidFill>
            <a:srgbClr val="6A4DFF"/>
          </a:solidFill>
          <a:ln w="0">
            <a:solidFill>
              <a:srgbClr val="6A4DFF"/>
            </a:solidFill>
            <a:prstDash val="solid"/>
          </a:ln>
        </p:spPr>
      </p:sp>
      <p:sp>
        <p:nvSpPr>
          <p:cNvPr id="27" name="">
            <a:extLst>
              <a:ext uri="{FF2B5EF4-FFF2-40B4-BE49-F238E27FC236}">
                <ns2:creationId id="{A3A00077-B9EB-4C8A-99F9-4F616A9F2C37}"/>
              </a:ext>
            </a:extLst>
          </p:cNvPr>
          <p:cNvSpPr>
            <a:spLocks noGrp="1"/>
          </p:cNvSpPr>
          <p:nvPr/>
        </p:nvSpPr>
        <p:spPr>
          <a:xfrm>
            <a:off x="1649349" y="2939796"/>
            <a:ext cx="895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6A4D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A4DFF"/>
                </a:solidFill>
                <a:latin typeface="Aptos"/>
                <a:ea typeface="Aptos"/>
                <a:cs typeface="Aptos"/>
              </a:rPr>
              <a:t>0.9800</a:t>
            </a:r>
          </a:p>
        </p:txBody>
      </p:sp>
      <p:sp>
        <p:nvSpPr>
          <p:cNvPr id="28" name="">
            <a:extLst>
              <a:ext uri="{FF2B5EF4-FFF2-40B4-BE49-F238E27FC236}">
                <ns2:creationId id="{A3C5EC5E-7627-46AD-BE4F-A430DBAAAE93}"/>
              </a:ext>
            </a:extLst>
          </p:cNvPr>
          <p:cNvSpPr>
            <a:spLocks noGrp="1"/>
          </p:cNvSpPr>
          <p:nvPr/>
        </p:nvSpPr>
        <p:spPr>
          <a:xfrm>
            <a:off x="1792224" y="5586222"/>
            <a:ext cx="609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LR</a:t>
            </a:r>
          </a:p>
        </p:txBody>
      </p:sp>
      <p:sp>
        <p:nvSpPr>
          <p:cNvPr id="29" name="">
            <a:extLst>
              <a:ext uri="{FF2B5EF4-FFF2-40B4-BE49-F238E27FC236}">
                <ns2:creationId id="{C05F687E-F0DE-4723-BF28-1A7290EC080A}"/>
              </a:ext>
            </a:extLst>
          </p:cNvPr>
          <p:cNvSpPr>
            <a:spLocks noGrp="1"/>
          </p:cNvSpPr>
          <p:nvPr/>
        </p:nvSpPr>
        <p:spPr>
          <a:xfrm>
            <a:off x="3321177" y="4029837"/>
            <a:ext cx="590550" cy="1403985"/>
          </a:xfrm>
          <a:prstGeom prst="rect">
            <a:avLst/>
          </a:prstGeom>
          <a:solidFill>
            <a:srgbClr val="6A4DFF"/>
          </a:solidFill>
          <a:ln w="0">
            <a:solidFill>
              <a:srgbClr val="6A4DFF"/>
            </a:solidFill>
            <a:prstDash val="solid"/>
          </a:ln>
        </p:spPr>
      </p:sp>
      <p:sp>
        <p:nvSpPr>
          <p:cNvPr id="30" name="">
            <a:extLst>
              <a:ext uri="{FF2B5EF4-FFF2-40B4-BE49-F238E27FC236}">
                <ns2:creationId id="{D6E8DCAA-E97A-4D0D-BE35-FB455D8767DD}"/>
              </a:ext>
            </a:extLst>
          </p:cNvPr>
          <p:cNvSpPr>
            <a:spLocks noGrp="1"/>
          </p:cNvSpPr>
          <p:nvPr/>
        </p:nvSpPr>
        <p:spPr>
          <a:xfrm>
            <a:off x="4054602" y="4029837"/>
            <a:ext cx="0" cy="-84239"/>
          </a:xfrm>
          <a:prstGeom prst="line">
            <a:avLst/>
          </a:prstGeom>
          <a:solidFill>
            <a:srgbClr val="000000">
              <a:alpha val="0"/>
            </a:srgbClr>
          </a:solidFill>
          <a:ln w="20955">
            <a:solidFill>
              <a:srgbClr val="102033"/>
            </a:solidFill>
            <a:prstDash val="solid"/>
          </a:ln>
        </p:spPr>
      </p:sp>
      <p:sp>
        <p:nvSpPr>
          <p:cNvPr id="31" name="">
            <a:extLst>
              <a:ext uri="{FF2B5EF4-FFF2-40B4-BE49-F238E27FC236}">
                <ns2:creationId id="{B9B2DE0F-9DE4-4636-885F-5E73933B97C7}"/>
              </a:ext>
            </a:extLst>
          </p:cNvPr>
          <p:cNvSpPr>
            <a:spLocks noGrp="1"/>
          </p:cNvSpPr>
          <p:nvPr/>
        </p:nvSpPr>
        <p:spPr>
          <a:xfrm>
            <a:off x="3978402" y="4029837"/>
            <a:ext cx="152400" cy="0"/>
          </a:xfrm>
          <a:prstGeom prst="line">
            <a:avLst/>
          </a:prstGeom>
          <a:solidFill>
            <a:srgbClr val="000000">
              <a:alpha val="0"/>
            </a:srgbClr>
          </a:solidFill>
          <a:ln w="20955">
            <a:solidFill>
              <a:srgbClr val="102033"/>
            </a:solidFill>
            <a:prstDash val="solid"/>
          </a:ln>
        </p:spPr>
      </p:sp>
      <p:sp>
        <p:nvSpPr>
          <p:cNvPr id="32" name="">
            <a:extLst>
              <a:ext uri="{FF2B5EF4-FFF2-40B4-BE49-F238E27FC236}">
                <ns2:creationId id="{B960D54F-D235-484B-A8DD-03071C8E5650}"/>
              </a:ext>
            </a:extLst>
          </p:cNvPr>
          <p:cNvSpPr>
            <a:spLocks noGrp="1"/>
          </p:cNvSpPr>
          <p:nvPr/>
        </p:nvSpPr>
        <p:spPr>
          <a:xfrm>
            <a:off x="3978402" y="3945598"/>
            <a:ext cx="152400" cy="0"/>
          </a:xfrm>
          <a:prstGeom prst="line">
            <a:avLst/>
          </a:prstGeom>
          <a:solidFill>
            <a:srgbClr val="000000">
              <a:alpha val="0"/>
            </a:srgbClr>
          </a:solidFill>
          <a:ln w="20955">
            <a:solidFill>
              <a:srgbClr val="102033"/>
            </a:solidFill>
            <a:prstDash val="solid"/>
          </a:ln>
        </p:spPr>
      </p:sp>
      <p:sp>
        <p:nvSpPr>
          <p:cNvPr id="33" name="">
            <a:extLst>
              <a:ext uri="{FF2B5EF4-FFF2-40B4-BE49-F238E27FC236}">
                <ns2:creationId id="{BAA03EE6-A8C1-480E-B69E-7005799BF537}"/>
              </a:ext>
            </a:extLst>
          </p:cNvPr>
          <p:cNvSpPr>
            <a:spLocks noGrp="1"/>
          </p:cNvSpPr>
          <p:nvPr/>
        </p:nvSpPr>
        <p:spPr>
          <a:xfrm>
            <a:off x="3168777" y="3782187"/>
            <a:ext cx="895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6A4D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A4DFF"/>
                </a:solidFill>
                <a:latin typeface="Aptos"/>
                <a:ea typeface="Aptos"/>
                <a:cs typeface="Aptos"/>
              </a:rPr>
              <a:t>0.9500</a:t>
            </a:r>
          </a:p>
        </p:txBody>
      </p:sp>
      <p:sp>
        <p:nvSpPr>
          <p:cNvPr id="34" name="">
            <a:extLst>
              <a:ext uri="{FF2B5EF4-FFF2-40B4-BE49-F238E27FC236}">
                <ns2:creationId id="{164EE827-3595-4FE4-B49A-CE17843825DD}"/>
              </a:ext>
            </a:extLst>
          </p:cNvPr>
          <p:cNvSpPr>
            <a:spLocks noGrp="1"/>
          </p:cNvSpPr>
          <p:nvPr/>
        </p:nvSpPr>
        <p:spPr>
          <a:xfrm>
            <a:off x="3311652" y="5586222"/>
            <a:ext cx="609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NB</a:t>
            </a:r>
          </a:p>
        </p:txBody>
      </p:sp>
      <p:sp>
        <p:nvSpPr>
          <p:cNvPr id="35" name="">
            <a:extLst>
              <a:ext uri="{FF2B5EF4-FFF2-40B4-BE49-F238E27FC236}">
                <ns2:creationId id="{509057FF-D38A-440B-B148-CEA726CE0F74}"/>
              </a:ext>
            </a:extLst>
          </p:cNvPr>
          <p:cNvSpPr>
            <a:spLocks noGrp="1"/>
          </p:cNvSpPr>
          <p:nvPr/>
        </p:nvSpPr>
        <p:spPr>
          <a:xfrm>
            <a:off x="4840605" y="4928387"/>
            <a:ext cx="590550" cy="505435"/>
          </a:xfrm>
          <a:prstGeom prst="rect">
            <a:avLst/>
          </a:prstGeom>
          <a:solidFill>
            <a:srgbClr val="6A4DFF"/>
          </a:solidFill>
          <a:ln w="0">
            <a:solidFill>
              <a:srgbClr val="6A4DFF"/>
            </a:solidFill>
            <a:prstDash val="solid"/>
          </a:ln>
        </p:spPr>
      </p:sp>
      <p:sp>
        <p:nvSpPr>
          <p:cNvPr id="36" name="">
            <a:extLst>
              <a:ext uri="{FF2B5EF4-FFF2-40B4-BE49-F238E27FC236}">
                <ns2:creationId id="{F5D616D3-B293-4F67-B716-83D8118E9809}"/>
              </a:ext>
            </a:extLst>
          </p:cNvPr>
          <p:cNvSpPr>
            <a:spLocks noGrp="1"/>
          </p:cNvSpPr>
          <p:nvPr/>
        </p:nvSpPr>
        <p:spPr>
          <a:xfrm>
            <a:off x="5574030" y="4928387"/>
            <a:ext cx="0" cy="-112319"/>
          </a:xfrm>
          <a:prstGeom prst="line">
            <a:avLst/>
          </a:prstGeom>
          <a:solidFill>
            <a:srgbClr val="000000">
              <a:alpha val="0"/>
            </a:srgbClr>
          </a:solidFill>
          <a:ln w="20955">
            <a:solidFill>
              <a:srgbClr val="102033"/>
            </a:solidFill>
            <a:prstDash val="solid"/>
          </a:ln>
        </p:spPr>
      </p:sp>
      <p:sp>
        <p:nvSpPr>
          <p:cNvPr id="37" name="">
            <a:extLst>
              <a:ext uri="{FF2B5EF4-FFF2-40B4-BE49-F238E27FC236}">
                <ns2:creationId id="{08BE593D-3FE6-45DA-91A6-D1E70D3815E6}"/>
              </a:ext>
            </a:extLst>
          </p:cNvPr>
          <p:cNvSpPr>
            <a:spLocks noGrp="1"/>
          </p:cNvSpPr>
          <p:nvPr/>
        </p:nvSpPr>
        <p:spPr>
          <a:xfrm>
            <a:off x="5497830" y="4928387"/>
            <a:ext cx="152400" cy="0"/>
          </a:xfrm>
          <a:prstGeom prst="line">
            <a:avLst/>
          </a:prstGeom>
          <a:solidFill>
            <a:srgbClr val="000000">
              <a:alpha val="0"/>
            </a:srgbClr>
          </a:solidFill>
          <a:ln w="20955">
            <a:solidFill>
              <a:srgbClr val="102033"/>
            </a:solidFill>
            <a:prstDash val="solid"/>
          </a:ln>
        </p:spPr>
      </p:sp>
      <p:sp>
        <p:nvSpPr>
          <p:cNvPr id="38" name="">
            <a:extLst>
              <a:ext uri="{FF2B5EF4-FFF2-40B4-BE49-F238E27FC236}">
                <ns2:creationId id="{E38A794B-A8DE-4ED6-B4A6-1CE4FCB65581}"/>
              </a:ext>
            </a:extLst>
          </p:cNvPr>
          <p:cNvSpPr>
            <a:spLocks noGrp="1"/>
          </p:cNvSpPr>
          <p:nvPr/>
        </p:nvSpPr>
        <p:spPr>
          <a:xfrm>
            <a:off x="5497830" y="4816069"/>
            <a:ext cx="152400" cy="0"/>
          </a:xfrm>
          <a:prstGeom prst="line">
            <a:avLst/>
          </a:prstGeom>
          <a:solidFill>
            <a:srgbClr val="000000">
              <a:alpha val="0"/>
            </a:srgbClr>
          </a:solidFill>
          <a:ln w="20955">
            <a:solidFill>
              <a:srgbClr val="102033"/>
            </a:solidFill>
            <a:prstDash val="solid"/>
          </a:ln>
        </p:spPr>
      </p:sp>
      <p:sp>
        <p:nvSpPr>
          <p:cNvPr id="39" name="">
            <a:extLst>
              <a:ext uri="{FF2B5EF4-FFF2-40B4-BE49-F238E27FC236}">
                <ns2:creationId id="{01BB1D1C-2EC1-4F89-8C01-91951CE70E65}"/>
              </a:ext>
            </a:extLst>
          </p:cNvPr>
          <p:cNvSpPr>
            <a:spLocks noGrp="1"/>
          </p:cNvSpPr>
          <p:nvPr/>
        </p:nvSpPr>
        <p:spPr>
          <a:xfrm>
            <a:off x="4688205" y="4680737"/>
            <a:ext cx="895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6A4D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A4DFF"/>
                </a:solidFill>
                <a:latin typeface="Aptos"/>
                <a:ea typeface="Aptos"/>
                <a:cs typeface="Aptos"/>
              </a:rPr>
              <a:t>0.9180</a:t>
            </a:r>
          </a:p>
        </p:txBody>
      </p:sp>
      <p:sp>
        <p:nvSpPr>
          <p:cNvPr id="40" name="">
            <a:extLst>
              <a:ext uri="{FF2B5EF4-FFF2-40B4-BE49-F238E27FC236}">
                <ns2:creationId id="{8E029C24-5E95-4212-A72B-42574CE453BB}"/>
              </a:ext>
            </a:extLst>
          </p:cNvPr>
          <p:cNvSpPr>
            <a:spLocks noGrp="1"/>
          </p:cNvSpPr>
          <p:nvPr/>
        </p:nvSpPr>
        <p:spPr>
          <a:xfrm>
            <a:off x="4831080" y="5586222"/>
            <a:ext cx="609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RF</a:t>
            </a:r>
          </a:p>
        </p:txBody>
      </p:sp>
      <p:sp>
        <p:nvSpPr>
          <p:cNvPr id="41" name="">
            <a:extLst>
              <a:ext uri="{FF2B5EF4-FFF2-40B4-BE49-F238E27FC236}">
                <ns2:creationId id="{A9019E1C-0E3D-4E5A-BF86-EE688E7E97CD}"/>
              </a:ext>
            </a:extLst>
          </p:cNvPr>
          <p:cNvSpPr>
            <a:spLocks noGrp="1"/>
          </p:cNvSpPr>
          <p:nvPr/>
        </p:nvSpPr>
        <p:spPr>
          <a:xfrm>
            <a:off x="6360033" y="3173406"/>
            <a:ext cx="590550" cy="2260416"/>
          </a:xfrm>
          <a:prstGeom prst="rect">
            <a:avLst/>
          </a:prstGeom>
          <a:solidFill>
            <a:srgbClr val="6A4DFF"/>
          </a:solidFill>
          <a:ln w="0">
            <a:solidFill>
              <a:srgbClr val="6A4DFF"/>
            </a:solidFill>
            <a:prstDash val="solid"/>
          </a:ln>
        </p:spPr>
      </p:sp>
      <p:sp>
        <p:nvSpPr>
          <p:cNvPr id="42" name="">
            <a:extLst>
              <a:ext uri="{FF2B5EF4-FFF2-40B4-BE49-F238E27FC236}">
                <ns2:creationId id="{538D1A42-558F-4B54-B879-D4DE17306463}"/>
              </a:ext>
            </a:extLst>
          </p:cNvPr>
          <p:cNvSpPr>
            <a:spLocks noGrp="1"/>
          </p:cNvSpPr>
          <p:nvPr/>
        </p:nvSpPr>
        <p:spPr>
          <a:xfrm>
            <a:off x="7093458" y="3193062"/>
            <a:ext cx="0" cy="-19656"/>
          </a:xfrm>
          <a:prstGeom prst="line">
            <a:avLst/>
          </a:prstGeom>
          <a:solidFill>
            <a:srgbClr val="000000">
              <a:alpha val="0"/>
            </a:srgbClr>
          </a:solidFill>
          <a:ln w="20955">
            <a:solidFill>
              <a:srgbClr val="102033"/>
            </a:solidFill>
            <a:prstDash val="solid"/>
          </a:ln>
        </p:spPr>
      </p:sp>
      <p:sp>
        <p:nvSpPr>
          <p:cNvPr id="43" name="">
            <a:extLst>
              <a:ext uri="{FF2B5EF4-FFF2-40B4-BE49-F238E27FC236}">
                <ns2:creationId id="{68E75EEB-C063-43B1-A929-090BA24A8855}"/>
              </a:ext>
            </a:extLst>
          </p:cNvPr>
          <p:cNvSpPr>
            <a:spLocks noGrp="1"/>
          </p:cNvSpPr>
          <p:nvPr/>
        </p:nvSpPr>
        <p:spPr>
          <a:xfrm>
            <a:off x="7017258" y="3193062"/>
            <a:ext cx="152400" cy="0"/>
          </a:xfrm>
          <a:prstGeom prst="line">
            <a:avLst/>
          </a:prstGeom>
          <a:solidFill>
            <a:srgbClr val="000000">
              <a:alpha val="0"/>
            </a:srgbClr>
          </a:solidFill>
          <a:ln w="20955">
            <a:solidFill>
              <a:srgbClr val="102033"/>
            </a:solidFill>
            <a:prstDash val="solid"/>
          </a:ln>
        </p:spPr>
      </p:sp>
      <p:sp>
        <p:nvSpPr>
          <p:cNvPr id="44" name="">
            <a:extLst>
              <a:ext uri="{FF2B5EF4-FFF2-40B4-BE49-F238E27FC236}">
                <ns2:creationId id="{FDE59D25-C098-4008-A94E-E59A4B479ACB}"/>
              </a:ext>
            </a:extLst>
          </p:cNvPr>
          <p:cNvSpPr>
            <a:spLocks noGrp="1"/>
          </p:cNvSpPr>
          <p:nvPr/>
        </p:nvSpPr>
        <p:spPr>
          <a:xfrm>
            <a:off x="7017258" y="3173406"/>
            <a:ext cx="152400" cy="0"/>
          </a:xfrm>
          <a:prstGeom prst="line">
            <a:avLst/>
          </a:prstGeom>
          <a:solidFill>
            <a:srgbClr val="000000">
              <a:alpha val="0"/>
            </a:srgbClr>
          </a:solidFill>
          <a:ln w="20955">
            <a:solidFill>
              <a:srgbClr val="102033"/>
            </a:solidFill>
            <a:prstDash val="solid"/>
          </a:ln>
        </p:spPr>
      </p:sp>
      <p:sp>
        <p:nvSpPr>
          <p:cNvPr id="45" name="">
            <a:extLst>
              <a:ext uri="{FF2B5EF4-FFF2-40B4-BE49-F238E27FC236}">
                <ns2:creationId id="{961C78C6-6933-4A2D-A8A8-92E8361DAD9E}"/>
              </a:ext>
            </a:extLst>
          </p:cNvPr>
          <p:cNvSpPr>
            <a:spLocks noGrp="1"/>
          </p:cNvSpPr>
          <p:nvPr/>
        </p:nvSpPr>
        <p:spPr>
          <a:xfrm>
            <a:off x="6207633" y="2925756"/>
            <a:ext cx="895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6A4D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A4DFF"/>
                </a:solidFill>
                <a:latin typeface="Aptos"/>
                <a:ea typeface="Aptos"/>
                <a:cs typeface="Aptos"/>
              </a:rPr>
              <a:t>0.9805</a:t>
            </a:r>
          </a:p>
        </p:txBody>
      </p:sp>
      <p:sp>
        <p:nvSpPr>
          <p:cNvPr id="46" name="">
            <a:extLst>
              <a:ext uri="{FF2B5EF4-FFF2-40B4-BE49-F238E27FC236}">
                <ns2:creationId id="{41490DA3-F9B8-42BE-B7A9-06B477EB25D1}"/>
              </a:ext>
            </a:extLst>
          </p:cNvPr>
          <p:cNvSpPr>
            <a:spLocks noGrp="1"/>
          </p:cNvSpPr>
          <p:nvPr/>
        </p:nvSpPr>
        <p:spPr>
          <a:xfrm>
            <a:off x="6350508" y="5586222"/>
            <a:ext cx="609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SGD</a:t>
            </a:r>
          </a:p>
        </p:txBody>
      </p:sp>
      <p:sp>
        <p:nvSpPr>
          <p:cNvPr id="47" name="Rectangle 10">
            <a:extLst>
              <a:ext uri="{FF2B5EF4-FFF2-40B4-BE49-F238E27FC236}">
                <ns2:creationId id="{484B3FD0-6364-47FF-9998-B3F2338D0E2A}"/>
              </a:ext>
            </a:extLst>
          </p:cNvPr>
          <p:cNvSpPr>
            <a:spLocks noGrp="1"/>
          </p:cNvSpPr>
          <p:nvPr/>
        </p:nvSpPr>
        <p:spPr>
          <a:xfrm>
            <a:off x="8001000" y="1901952"/>
            <a:ext cx="3086100" cy="876300"/>
          </a:xfrm>
          <a:prstGeom prst="rect">
            <a:avLst/>
          </a:prstGeom>
          <a:solidFill>
            <a:srgbClr val="FFFFFF"/>
          </a:solidFill>
          <a:ln w="14288">
            <a:solidFill>
              <a:srgbClr val="C7D5E6"/>
            </a:solidFill>
            <a:prstDash val="solid"/>
          </a:ln>
        </p:spPr>
      </p:sp>
      <p:sp>
        <p:nvSpPr>
          <p:cNvPr id="48" name="Rectangle 11">
            <a:extLst>
              <a:ext uri="{FF2B5EF4-FFF2-40B4-BE49-F238E27FC236}">
                <ns2:creationId id="{B4127784-5E5F-4F46-A72F-B96B047782FB}"/>
              </a:ext>
            </a:extLst>
          </p:cNvPr>
          <p:cNvSpPr>
            <a:spLocks noGrp="1"/>
          </p:cNvSpPr>
          <p:nvPr/>
        </p:nvSpPr>
        <p:spPr>
          <a:xfrm>
            <a:off x="8229600" y="2140077"/>
            <a:ext cx="1257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69" b="1">
                <a:solidFill>
                  <a:srgbClr val="6A4DFF"/>
                </a:solidFill>
                <a:latin typeface="Aptos Display"/>
                <a:ea typeface="Aptos Display"/>
                <a:cs typeface="Aptos Display"/>
              </a:defRPr>
            </a:pPr>
            <a:r>
              <a:rPr sz="1969" b="1">
                <a:solidFill>
                  <a:srgbClr val="6A4DFF"/>
                </a:solidFill>
                <a:latin typeface="Aptos Display"/>
                <a:ea typeface="Aptos Display"/>
                <a:cs typeface="Aptos Display"/>
              </a:rPr>
              <a:t>0.9805</a:t>
            </a:r>
          </a:p>
        </p:txBody>
      </p:sp>
      <p:sp>
        <p:nvSpPr>
          <p:cNvPr id="49" name="Rectangle 12">
            <a:extLst>
              <a:ext uri="{FF2B5EF4-FFF2-40B4-BE49-F238E27FC236}">
                <ns2:creationId id="{29460A54-BAF5-4A35-BD44-FBACFF60A44D}"/>
              </a:ext>
            </a:extLst>
          </p:cNvPr>
          <p:cNvSpPr>
            <a:spLocks noGrp="1"/>
          </p:cNvSpPr>
          <p:nvPr/>
        </p:nvSpPr>
        <p:spPr>
          <a:xfrm>
            <a:off x="8229600" y="25146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best-model recall</a:t>
            </a:r>
          </a:p>
        </p:txBody>
      </p:sp>
      <p:sp>
        <p:nvSpPr>
          <p:cNvPr id="50" name="Rectangle 13">
            <a:extLst>
              <a:ext uri="{FF2B5EF4-FFF2-40B4-BE49-F238E27FC236}">
                <ns2:creationId id="{2475CC77-9627-4FC8-9429-36A13A968515}"/>
              </a:ext>
            </a:extLst>
          </p:cNvPr>
          <p:cNvSpPr>
            <a:spLocks noGrp="1"/>
          </p:cNvSpPr>
          <p:nvPr/>
        </p:nvSpPr>
        <p:spPr>
          <a:xfrm>
            <a:off x="8001000" y="2832354"/>
            <a:ext cx="3086100" cy="1790700"/>
          </a:xfrm>
          <a:prstGeom prst="rect">
            <a:avLst/>
          </a:prstGeom>
          <a:solidFill>
            <a:srgbClr val="FFFFFF"/>
          </a:solidFill>
          <a:ln w="14288">
            <a:solidFill>
              <a:srgbClr val="C7D5E6"/>
            </a:solidFill>
            <a:prstDash val="solid"/>
          </a:ln>
        </p:spPr>
      </p:sp>
      <p:sp>
        <p:nvSpPr>
          <p:cNvPr id="51" name="Rectangle 14">
            <a:extLst>
              <a:ext uri="{FF2B5EF4-FFF2-40B4-BE49-F238E27FC236}">
                <ns2:creationId id="{80B542F1-6CA2-44F9-8905-74CF1C5395FC}"/>
              </a:ext>
            </a:extLst>
          </p:cNvPr>
          <p:cNvSpPr>
            <a:spLocks noGrp="1"/>
          </p:cNvSpPr>
          <p:nvPr/>
        </p:nvSpPr>
        <p:spPr>
          <a:xfrm>
            <a:off x="8229600" y="3137154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Confusion matrix</a:t>
            </a:r>
          </a:p>
        </p:txBody>
      </p:sp>
      <p:sp>
        <p:nvSpPr>
          <p:cNvPr id="52" name="Rectangle 15">
            <a:extLst>
              <a:ext uri="{FF2B5EF4-FFF2-40B4-BE49-F238E27FC236}">
                <ns2:creationId id="{F20EE412-18F7-4ED4-8A2A-0CA1A95856AD}"/>
              </a:ext>
            </a:extLst>
          </p:cNvPr>
          <p:cNvSpPr>
            <a:spLocks noGrp="1"/>
          </p:cNvSpPr>
          <p:nvPr/>
        </p:nvSpPr>
        <p:spPr>
          <a:xfrm>
            <a:off x="8229600" y="3537204"/>
            <a:ext cx="1162050" cy="361950"/>
          </a:xfrm>
          <a:prstGeom prst="rect">
            <a:avLst/>
          </a:prstGeom>
          <a:solidFill>
            <a:srgbClr val="F0EDFF"/>
          </a:solidFill>
          <a:ln w="14288">
            <a:solidFill>
              <a:srgbClr val="C7D5E6"/>
            </a:solidFill>
            <a:prstDash val="solid"/>
          </a:ln>
        </p:spPr>
      </p:sp>
      <p:sp>
        <p:nvSpPr>
          <p:cNvPr id="53" name="Rectangle 16">
            <a:extLst>
              <a:ext uri="{FF2B5EF4-FFF2-40B4-BE49-F238E27FC236}">
                <ns2:creationId id="{41CAC623-101A-46FB-8BF9-395AB408E1AD}"/>
              </a:ext>
            </a:extLst>
          </p:cNvPr>
          <p:cNvSpPr>
            <a:spLocks noGrp="1"/>
          </p:cNvSpPr>
          <p:nvPr/>
        </p:nvSpPr>
        <p:spPr>
          <a:xfrm>
            <a:off x="8324850" y="3622929"/>
            <a:ext cx="971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TN 7,748</a:t>
            </a:r>
          </a:p>
        </p:txBody>
      </p:sp>
      <p:sp>
        <p:nvSpPr>
          <p:cNvPr id="54" name="Rectangle 17">
            <a:extLst>
              <a:ext uri="{FF2B5EF4-FFF2-40B4-BE49-F238E27FC236}">
                <ns2:creationId id="{73D51CC0-240D-4734-BE57-3F567AE0AEB3}"/>
              </a:ext>
            </a:extLst>
          </p:cNvPr>
          <p:cNvSpPr>
            <a:spLocks noGrp="1"/>
          </p:cNvSpPr>
          <p:nvPr/>
        </p:nvSpPr>
        <p:spPr>
          <a:xfrm>
            <a:off x="9544050" y="3537204"/>
            <a:ext cx="1162050" cy="361950"/>
          </a:xfrm>
          <a:prstGeom prst="rect">
            <a:avLst/>
          </a:prstGeom>
          <a:solidFill>
            <a:srgbClr val="FFFFFF"/>
          </a:solidFill>
          <a:ln w="14288">
            <a:solidFill>
              <a:srgbClr val="C7D5E6"/>
            </a:solidFill>
            <a:prstDash val="solid"/>
          </a:ln>
        </p:spPr>
      </p:sp>
      <p:sp>
        <p:nvSpPr>
          <p:cNvPr id="55" name="Rectangle 18">
            <a:extLst>
              <a:ext uri="{FF2B5EF4-FFF2-40B4-BE49-F238E27FC236}">
                <ns2:creationId id="{A9DFE678-6F06-412B-ACC7-4EEBA765D22D}"/>
              </a:ext>
            </a:extLst>
          </p:cNvPr>
          <p:cNvSpPr>
            <a:spLocks noGrp="1"/>
          </p:cNvSpPr>
          <p:nvPr/>
        </p:nvSpPr>
        <p:spPr>
          <a:xfrm>
            <a:off x="9639300" y="3622929"/>
            <a:ext cx="971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FP 158</a:t>
            </a:r>
          </a:p>
        </p:txBody>
      </p:sp>
      <p:sp>
        <p:nvSpPr>
          <p:cNvPr id="56" name="Rectangle 19">
            <a:extLst>
              <a:ext uri="{FF2B5EF4-FFF2-40B4-BE49-F238E27FC236}">
                <ns2:creationId id="{8F86762E-603B-43B7-8D43-4D19CA5EB88C}"/>
              </a:ext>
            </a:extLst>
          </p:cNvPr>
          <p:cNvSpPr>
            <a:spLocks noGrp="1"/>
          </p:cNvSpPr>
          <p:nvPr/>
        </p:nvSpPr>
        <p:spPr>
          <a:xfrm>
            <a:off x="8229600" y="4032504"/>
            <a:ext cx="1162050" cy="361950"/>
          </a:xfrm>
          <a:prstGeom prst="rect">
            <a:avLst/>
          </a:prstGeom>
          <a:solidFill>
            <a:srgbClr val="FFFFFF"/>
          </a:solidFill>
          <a:ln w="14288">
            <a:solidFill>
              <a:srgbClr val="C7D5E6"/>
            </a:solidFill>
            <a:prstDash val="solid"/>
          </a:ln>
        </p:spPr>
      </p:sp>
      <p:sp>
        <p:nvSpPr>
          <p:cNvPr id="57" name="Rectangle 20">
            <a:extLst>
              <a:ext uri="{FF2B5EF4-FFF2-40B4-BE49-F238E27FC236}">
                <ns2:creationId id="{68F6AFE5-4D96-4541-A778-09DCFEB8C37A}"/>
              </a:ext>
            </a:extLst>
          </p:cNvPr>
          <p:cNvSpPr>
            <a:spLocks noGrp="1"/>
          </p:cNvSpPr>
          <p:nvPr/>
        </p:nvSpPr>
        <p:spPr>
          <a:xfrm>
            <a:off x="8324850" y="4118229"/>
            <a:ext cx="971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FN 152</a:t>
            </a:r>
          </a:p>
        </p:txBody>
      </p:sp>
      <p:sp>
        <p:nvSpPr>
          <p:cNvPr id="58" name="Rectangle 21">
            <a:extLst>
              <a:ext uri="{FF2B5EF4-FFF2-40B4-BE49-F238E27FC236}">
                <ns2:creationId id="{0DECD648-6D77-46B0-AC01-57612AEF4BE0}"/>
              </a:ext>
            </a:extLst>
          </p:cNvPr>
          <p:cNvSpPr>
            <a:spLocks noGrp="1"/>
          </p:cNvSpPr>
          <p:nvPr/>
        </p:nvSpPr>
        <p:spPr>
          <a:xfrm>
            <a:off x="9544050" y="4032504"/>
            <a:ext cx="1162050" cy="361950"/>
          </a:xfrm>
          <a:prstGeom prst="rect">
            <a:avLst/>
          </a:prstGeom>
          <a:solidFill>
            <a:srgbClr val="F0EDFF"/>
          </a:solidFill>
          <a:ln w="14288">
            <a:solidFill>
              <a:srgbClr val="C7D5E6"/>
            </a:solidFill>
            <a:prstDash val="solid"/>
          </a:ln>
        </p:spPr>
      </p:sp>
      <p:sp>
        <p:nvSpPr>
          <p:cNvPr id="59" name="Rectangle 22">
            <a:extLst>
              <a:ext uri="{FF2B5EF4-FFF2-40B4-BE49-F238E27FC236}">
                <ns2:creationId id="{9A936072-6792-454A-9485-ED096B2592B9}"/>
              </a:ext>
            </a:extLst>
          </p:cNvPr>
          <p:cNvSpPr>
            <a:spLocks noGrp="1"/>
          </p:cNvSpPr>
          <p:nvPr/>
        </p:nvSpPr>
        <p:spPr>
          <a:xfrm>
            <a:off x="9639300" y="4118229"/>
            <a:ext cx="971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TP 7,649</a:t>
            </a:r>
          </a:p>
        </p:txBody>
      </p:sp>
    </p:spTree>
    <p:extLst>
      <p:ext uri="{BB962C8B-B14F-4D97-AF65-F5344CB8AC3E}">
        <ns3:creationId val="1252746546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9">
            <a:extLst>
              <a:ext uri="{FF2B5EF4-FFF2-40B4-BE49-F238E27FC236}">
                <ns2:creationId id="{3A8C056A-0FE2-4D61-8879-8EF1474FA2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1">
            <a:extLst>
              <a:ext uri="{FF2B5EF4-FFF2-40B4-BE49-F238E27FC236}">
                <ns2:creationId id="{22DAC48D-D7D0-4531-9052-3A7576674682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266700" cy="57150"/>
          </a:xfrm>
          <a:prstGeom prst="rect">
            <a:avLst/>
          </a:prstGeom>
          <a:solidFill>
            <a:srgbClr val="6A4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2">
            <a:extLst>
              <a:ext uri="{FF2B5EF4-FFF2-40B4-BE49-F238E27FC236}">
                <ns2:creationId id="{36F4AEE8-30A0-4614-8254-667C762F05CE}"/>
              </a:ext>
            </a:extLst>
          </p:cNvPr>
          <p:cNvSpPr>
            <a:spLocks noGrp="1"/>
          </p:cNvSpPr>
          <p:nvPr/>
        </p:nvSpPr>
        <p:spPr>
          <a:xfrm>
            <a:off x="990600" y="257175"/>
            <a:ext cx="400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56" b="1">
                <a:solidFill>
                  <a:srgbClr val="6A4DFF"/>
                </a:solidFill>
                <a:latin typeface="Aptos"/>
                <a:ea typeface="Aptos"/>
                <a:cs typeface="Aptos"/>
              </a:defRPr>
            </a:pPr>
            <a:r>
              <a:rPr sz="956" b="1">
                <a:solidFill>
                  <a:srgbClr val="6A4DFF"/>
                </a:solidFill>
                <a:latin typeface="Aptos"/>
                <a:ea typeface="Aptos"/>
                <a:cs typeface="Aptos"/>
              </a:rPr>
              <a:t>NEXT WORK</a:t>
            </a:r>
          </a:p>
        </p:txBody>
      </p:sp>
      <p:sp>
        <p:nvSpPr>
          <p:cNvPr id="5" name="Rectangle 3">
            <a:extLst>
              <a:ext uri="{FF2B5EF4-FFF2-40B4-BE49-F238E27FC236}">
                <ns2:creationId id="{0ED5BE8E-CEE2-49C5-9A54-3F00BD75537D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0965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The architecture leaves room for stronger evidence sources.</a:t>
            </a:r>
          </a:p>
        </p:txBody>
      </p:sp>
      <p:sp>
        <p:nvSpPr>
          <p:cNvPr id="6" name="Rectangle 4">
            <a:extLst>
              <a:ext uri="{FF2B5EF4-FFF2-40B4-BE49-F238E27FC236}">
                <ns2:creationId id="{2ECAE6DA-E27B-4188-982B-F51355D7C4DE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10972800" cy="19050"/>
          </a:xfrm>
          <a:prstGeom prst="rect">
            <a:avLst/>
          </a:prstGeom>
          <a:solidFill>
            <a:srgbClr val="E2EA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5">
            <a:extLst>
              <a:ext uri="{FF2B5EF4-FFF2-40B4-BE49-F238E27FC236}">
                <ns2:creationId id="{2433CE11-5128-4EA5-89FD-2B8D0D4E50E6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1708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089"/>
                </a:solidFill>
                <a:latin typeface="Aptos"/>
                <a:ea typeface="Aptos"/>
                <a:cs typeface="Aptos"/>
              </a:rPr>
              <a:t>Cloud Email Analyzer</a:t>
            </a:r>
          </a:p>
        </p:txBody>
      </p:sp>
      <p:sp>
        <p:nvSpPr>
          <p:cNvPr id="8" name="Rectangle 6">
            <a:extLst>
              <a:ext uri="{FF2B5EF4-FFF2-40B4-BE49-F238E27FC236}">
                <ns2:creationId id="{FAF28474-91BF-48B6-B751-37C5D088B5E4}"/>
              </a:ext>
            </a:extLst>
          </p:cNvPr>
          <p:cNvSpPr>
            <a:spLocks noGrp="1"/>
          </p:cNvSpPr>
          <p:nvPr/>
        </p:nvSpPr>
        <p:spPr>
          <a:xfrm>
            <a:off x="11258550" y="6429375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0">
                <a:solidFill>
                  <a:srgbClr val="61708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089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9" name="Rectangle 7">
            <a:extLst>
              <a:ext uri="{FF2B5EF4-FFF2-40B4-BE49-F238E27FC236}">
                <ns2:creationId id="{B4B41EE8-0CE4-406E-93BC-863CBD822F22}"/>
              </a:ext>
            </a:extLst>
          </p:cNvPr>
          <p:cNvSpPr>
            <a:spLocks noGrp="1"/>
          </p:cNvSpPr>
          <p:nvPr/>
        </p:nvSpPr>
        <p:spPr>
          <a:xfrm>
            <a:off x="1219200" y="2362200"/>
            <a:ext cx="3905250" cy="2686050"/>
          </a:xfrm>
          <a:prstGeom prst="rect">
            <a:avLst/>
          </a:prstGeom>
          <a:solidFill>
            <a:srgbClr val="FFFFFF"/>
          </a:solidFill>
          <a:ln w="14288">
            <a:solidFill>
              <a:srgbClr val="C7D5E6"/>
            </a:solidFill>
            <a:prstDash val="solid"/>
          </a:ln>
        </p:spPr>
      </p:sp>
      <p:sp>
        <p:nvSpPr>
          <p:cNvPr id="10" name="Rectangle 8">
            <a:extLst>
              <a:ext uri="{FF2B5EF4-FFF2-40B4-BE49-F238E27FC236}">
                <ns2:creationId id="{49A89C72-1A5F-4928-8491-A0102B594C5B}"/>
              </a:ext>
            </a:extLst>
          </p:cNvPr>
          <p:cNvSpPr>
            <a:spLocks noGrp="1"/>
          </p:cNvSpPr>
          <p:nvPr/>
        </p:nvSpPr>
        <p:spPr>
          <a:xfrm>
            <a:off x="1524000" y="2647950"/>
            <a:ext cx="2952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19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519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Current scope</a:t>
            </a:r>
          </a:p>
        </p:txBody>
      </p:sp>
      <p:sp>
        <p:nvSpPr>
          <p:cNvPr id="11" name="Rectangle 9">
            <a:extLst>
              <a:ext uri="{FF2B5EF4-FFF2-40B4-BE49-F238E27FC236}">
                <ns2:creationId id="{71D7B39D-73C0-498F-8856-01436FD6EE20}"/>
              </a:ext>
            </a:extLst>
          </p:cNvPr>
          <p:cNvSpPr>
            <a:spLocks noGrp="1"/>
          </p:cNvSpPr>
          <p:nvPr/>
        </p:nvSpPr>
        <p:spPr>
          <a:xfrm>
            <a:off x="1581150" y="3267075"/>
            <a:ext cx="76200" cy="76200"/>
          </a:xfrm>
          <a:prstGeom prst="rect">
            <a:avLst/>
          </a:prstGeom>
          <a:solidFill>
            <a:srgbClr val="6A4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0">
            <a:extLst>
              <a:ext uri="{FF2B5EF4-FFF2-40B4-BE49-F238E27FC236}">
                <ns2:creationId id="{A85DE7D7-1457-4C49-93AD-7B9589B85889}"/>
              </a:ext>
            </a:extLst>
          </p:cNvPr>
          <p:cNvSpPr>
            <a:spLocks noGrp="1"/>
          </p:cNvSpPr>
          <p:nvPr/>
        </p:nvSpPr>
        <p:spPr>
          <a:xfrm>
            <a:off x="1771650" y="3181350"/>
            <a:ext cx="2952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Detector scope: text classifier and ClamAV file scan.</a:t>
            </a:r>
          </a:p>
        </p:txBody>
      </p:sp>
      <p:sp>
        <p:nvSpPr>
          <p:cNvPr id="13" name="Rectangle 11">
            <a:extLst>
              <a:ext uri="{FF2B5EF4-FFF2-40B4-BE49-F238E27FC236}">
                <ns2:creationId id="{68C196CE-60AA-4905-AE1E-FA77FFDA3227}"/>
              </a:ext>
            </a:extLst>
          </p:cNvPr>
          <p:cNvSpPr>
            <a:spLocks noGrp="1"/>
          </p:cNvSpPr>
          <p:nvPr/>
        </p:nvSpPr>
        <p:spPr>
          <a:xfrm>
            <a:off x="1581150" y="4029075"/>
            <a:ext cx="76200" cy="76200"/>
          </a:xfrm>
          <a:prstGeom prst="rect">
            <a:avLst/>
          </a:prstGeom>
          <a:solidFill>
            <a:srgbClr val="6A4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2">
            <a:extLst>
              <a:ext uri="{FF2B5EF4-FFF2-40B4-BE49-F238E27FC236}">
                <ns2:creationId id="{C22C49BC-C288-472C-BB75-70E5098B818D}"/>
              </a:ext>
            </a:extLst>
          </p:cNvPr>
          <p:cNvSpPr>
            <a:spLocks noGrp="1"/>
          </p:cNvSpPr>
          <p:nvPr/>
        </p:nvSpPr>
        <p:spPr>
          <a:xfrm>
            <a:off x="1771650" y="3943350"/>
            <a:ext cx="2952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Policy choices: retention, quarantine, escalation, risky HTML handling.</a:t>
            </a:r>
          </a:p>
        </p:txBody>
      </p:sp>
      <p:sp>
        <p:nvSpPr>
          <p:cNvPr id="15" name="Rectangle 13">
            <a:extLst>
              <a:ext uri="{FF2B5EF4-FFF2-40B4-BE49-F238E27FC236}">
                <ns2:creationId id="{72B9D413-B2F2-4C61-9516-2FC54704DC8F}"/>
              </a:ext>
            </a:extLst>
          </p:cNvPr>
          <p:cNvSpPr>
            <a:spLocks noGrp="1"/>
          </p:cNvSpPr>
          <p:nvPr/>
        </p:nvSpPr>
        <p:spPr>
          <a:xfrm>
            <a:off x="7067550" y="2362200"/>
            <a:ext cx="3905250" cy="2686050"/>
          </a:xfrm>
          <a:prstGeom prst="rect">
            <a:avLst/>
          </a:prstGeom>
          <a:solidFill>
            <a:srgbClr val="FFFFFF"/>
          </a:solidFill>
          <a:ln w="14288">
            <a:solidFill>
              <a:srgbClr val="C7D5E6"/>
            </a:solidFill>
            <a:prstDash val="solid"/>
          </a:ln>
        </p:spPr>
      </p:sp>
      <p:sp>
        <p:nvSpPr>
          <p:cNvPr id="16" name="Rectangle 14">
            <a:extLst>
              <a:ext uri="{FF2B5EF4-FFF2-40B4-BE49-F238E27FC236}">
                <ns2:creationId id="{92869F78-3C01-4415-84DD-EC37381D27F0}"/>
              </a:ext>
            </a:extLst>
          </p:cNvPr>
          <p:cNvSpPr>
            <a:spLocks noGrp="1"/>
          </p:cNvSpPr>
          <p:nvPr/>
        </p:nvSpPr>
        <p:spPr>
          <a:xfrm>
            <a:off x="7372350" y="2647950"/>
            <a:ext cx="2952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19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519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Future work</a:t>
            </a:r>
          </a:p>
        </p:txBody>
      </p:sp>
      <p:sp>
        <p:nvSpPr>
          <p:cNvPr id="17" name="Rectangle 15">
            <a:extLst>
              <a:ext uri="{FF2B5EF4-FFF2-40B4-BE49-F238E27FC236}">
                <ns2:creationId id="{2D931CD8-991B-4EBF-9E8A-BB11E8136DEA}"/>
              </a:ext>
            </a:extLst>
          </p:cNvPr>
          <p:cNvSpPr>
            <a:spLocks noGrp="1"/>
          </p:cNvSpPr>
          <p:nvPr/>
        </p:nvSpPr>
        <p:spPr>
          <a:xfrm>
            <a:off x="7429500" y="3267075"/>
            <a:ext cx="76200" cy="76200"/>
          </a:xfrm>
          <a:prstGeom prst="rect">
            <a:avLst/>
          </a:prstGeom>
          <a:solidFill>
            <a:srgbClr val="6A4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6">
            <a:extLst>
              <a:ext uri="{FF2B5EF4-FFF2-40B4-BE49-F238E27FC236}">
                <ns2:creationId id="{AC313579-9897-4A9E-9A84-FB116E0D94FD}"/>
              </a:ext>
            </a:extLst>
          </p:cNvPr>
          <p:cNvSpPr>
            <a:spLocks noGrp="1"/>
          </p:cNvSpPr>
          <p:nvPr/>
        </p:nvSpPr>
        <p:spPr>
          <a:xfrm>
            <a:off x="7620000" y="3181350"/>
            <a:ext cx="2952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Add URL/domain reputation and header-authentication scoring.</a:t>
            </a:r>
          </a:p>
        </p:txBody>
      </p:sp>
      <p:sp>
        <p:nvSpPr>
          <p:cNvPr id="19" name="Rectangle 17">
            <a:extLst>
              <a:ext uri="{FF2B5EF4-FFF2-40B4-BE49-F238E27FC236}">
                <ns2:creationId id="{96A708EB-684B-4BC1-A458-E1D3AF4822AE}"/>
              </a:ext>
            </a:extLst>
          </p:cNvPr>
          <p:cNvSpPr>
            <a:spLocks noGrp="1"/>
          </p:cNvSpPr>
          <p:nvPr/>
        </p:nvSpPr>
        <p:spPr>
          <a:xfrm>
            <a:off x="7429500" y="4029075"/>
            <a:ext cx="76200" cy="76200"/>
          </a:xfrm>
          <a:prstGeom prst="rect">
            <a:avLst/>
          </a:prstGeom>
          <a:solidFill>
            <a:srgbClr val="6A4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8">
            <a:extLst>
              <a:ext uri="{FF2B5EF4-FFF2-40B4-BE49-F238E27FC236}">
                <ns2:creationId id="{446A0869-5DB9-4241-AAE5-F33DAF9298C0}"/>
              </a:ext>
            </a:extLst>
          </p:cNvPr>
          <p:cNvSpPr>
            <a:spLocks noGrp="1"/>
          </p:cNvSpPr>
          <p:nvPr/>
        </p:nvSpPr>
        <p:spPr>
          <a:xfrm>
            <a:off x="7620000" y="3943350"/>
            <a:ext cx="2952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Move identity management to Cognito and manage ClamAV signatures.</a:t>
            </a:r>
          </a:p>
        </p:txBody>
      </p:sp>
    </p:spTree>
    <p:extLst>
      <p:ext uri="{BB962C8B-B14F-4D97-AF65-F5344CB8AC3E}">
        <ns3:creationId val="973569769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7">
            <a:extLst>
              <a:ext uri="{FF2B5EF4-FFF2-40B4-BE49-F238E27FC236}">
                <ns2:creationId id="{EF61A6E1-4758-4839-BCD0-A12C1BAC584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1">
            <a:extLst>
              <a:ext uri="{FF2B5EF4-FFF2-40B4-BE49-F238E27FC236}">
                <ns2:creationId id="{CBDAA331-2346-45E8-B8EA-4B7EF54C875A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266700" cy="57150"/>
          </a:xfrm>
          <a:prstGeom prst="rect">
            <a:avLst/>
          </a:prstGeom>
          <a:solidFill>
            <a:srgbClr val="6A4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2">
            <a:extLst>
              <a:ext uri="{FF2B5EF4-FFF2-40B4-BE49-F238E27FC236}">
                <ns2:creationId id="{85DED3D1-486F-4693-8593-EF9D2907EC25}"/>
              </a:ext>
            </a:extLst>
          </p:cNvPr>
          <p:cNvSpPr>
            <a:spLocks noGrp="1"/>
          </p:cNvSpPr>
          <p:nvPr/>
        </p:nvSpPr>
        <p:spPr>
          <a:xfrm>
            <a:off x="990600" y="257175"/>
            <a:ext cx="400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56" b="1">
                <a:solidFill>
                  <a:srgbClr val="6A4DFF"/>
                </a:solidFill>
                <a:latin typeface="Aptos"/>
                <a:ea typeface="Aptos"/>
                <a:cs typeface="Aptos"/>
              </a:defRPr>
            </a:pPr>
            <a:r>
              <a:rPr sz="956" b="1">
                <a:solidFill>
                  <a:srgbClr val="6A4DFF"/>
                </a:solidFill>
                <a:latin typeface="Aptos"/>
                <a:ea typeface="Aptos"/>
                <a:cs typeface="Aptos"/>
              </a:rPr>
              <a:t>QUESTIONS</a:t>
            </a:r>
          </a:p>
        </p:txBody>
      </p:sp>
      <p:sp>
        <p:nvSpPr>
          <p:cNvPr id="5" name="Rectangle 3">
            <a:extLst>
              <a:ext uri="{FF2B5EF4-FFF2-40B4-BE49-F238E27FC236}">
                <ns2:creationId id="{171986C1-28CD-44FE-9D93-ACE4F45A4F37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0965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Cloud Email Analyzer turns inbound mail into traceable security evidence.</a:t>
            </a:r>
          </a:p>
        </p:txBody>
      </p:sp>
      <p:sp>
        <p:nvSpPr>
          <p:cNvPr id="6" name="Rectangle 4">
            <a:extLst>
              <a:ext uri="{FF2B5EF4-FFF2-40B4-BE49-F238E27FC236}">
                <ns2:creationId id="{B556618F-C1BD-494E-9723-AFD0AF76801D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10972800" cy="19050"/>
          </a:xfrm>
          <a:prstGeom prst="rect">
            <a:avLst/>
          </a:prstGeom>
          <a:solidFill>
            <a:srgbClr val="E2EA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5">
            <a:extLst>
              <a:ext uri="{FF2B5EF4-FFF2-40B4-BE49-F238E27FC236}">
                <ns2:creationId id="{6F6F662B-C853-410A-A04A-F29F743E7E6E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1708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089"/>
                </a:solidFill>
                <a:latin typeface="Aptos"/>
                <a:ea typeface="Aptos"/>
                <a:cs typeface="Aptos"/>
              </a:rPr>
              <a:t>Cloud Email Analyzer</a:t>
            </a:r>
          </a:p>
        </p:txBody>
      </p:sp>
      <p:sp>
        <p:nvSpPr>
          <p:cNvPr id="8" name="Rectangle 6">
            <a:extLst>
              <a:ext uri="{FF2B5EF4-FFF2-40B4-BE49-F238E27FC236}">
                <ns2:creationId id="{211D08D3-C7F3-46EF-B73C-76E54F8BE0AB}"/>
              </a:ext>
            </a:extLst>
          </p:cNvPr>
          <p:cNvSpPr>
            <a:spLocks noGrp="1"/>
          </p:cNvSpPr>
          <p:nvPr/>
        </p:nvSpPr>
        <p:spPr>
          <a:xfrm>
            <a:off x="11258550" y="6429375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0">
                <a:solidFill>
                  <a:srgbClr val="61708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17089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9" name="Rectangle 7">
            <a:extLst>
              <a:ext uri="{FF2B5EF4-FFF2-40B4-BE49-F238E27FC236}">
                <ns2:creationId id="{4849C97A-A9B9-4A15-9DAA-84C694F022C8}"/>
              </a:ext>
            </a:extLst>
          </p:cNvPr>
          <p:cNvSpPr>
            <a:spLocks noGrp="1"/>
          </p:cNvSpPr>
          <p:nvPr/>
        </p:nvSpPr>
        <p:spPr>
          <a:xfrm>
            <a:off x="781050" y="2305050"/>
            <a:ext cx="7810500" cy="19050"/>
          </a:xfrm>
          <a:prstGeom prst="rect">
            <a:avLst/>
          </a:prstGeom>
          <a:solidFill>
            <a:srgbClr val="6A4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8">
            <a:extLst>
              <a:ext uri="{FF2B5EF4-FFF2-40B4-BE49-F238E27FC236}">
                <ns2:creationId id="{90D5F9EB-D615-4425-A870-FF32C57A6638}"/>
              </a:ext>
            </a:extLst>
          </p:cNvPr>
          <p:cNvSpPr>
            <a:spLocks noGrp="1"/>
          </p:cNvSpPr>
          <p:nvPr/>
        </p:nvSpPr>
        <p:spPr>
          <a:xfrm>
            <a:off x="1123950" y="2867025"/>
            <a:ext cx="76200" cy="76200"/>
          </a:xfrm>
          <a:prstGeom prst="rect">
            <a:avLst/>
          </a:prstGeom>
          <a:solidFill>
            <a:srgbClr val="6A4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9">
            <a:extLst>
              <a:ext uri="{FF2B5EF4-FFF2-40B4-BE49-F238E27FC236}">
                <ns2:creationId id="{D3A70076-9BF7-4A52-8A48-F76686F2F6DA}"/>
              </a:ext>
            </a:extLst>
          </p:cNvPr>
          <p:cNvSpPr>
            <a:spLocks noGrp="1"/>
          </p:cNvSpPr>
          <p:nvPr/>
        </p:nvSpPr>
        <p:spPr>
          <a:xfrm>
            <a:off x="1314450" y="2781300"/>
            <a:ext cx="5715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AWS-oriented event boundary</a:t>
            </a:r>
          </a:p>
        </p:txBody>
      </p:sp>
      <p:sp>
        <p:nvSpPr>
          <p:cNvPr id="12" name="Rectangle 10">
            <a:extLst>
              <a:ext uri="{FF2B5EF4-FFF2-40B4-BE49-F238E27FC236}">
                <ns2:creationId id="{4E35358A-4B15-4233-A293-1569676C389C}"/>
              </a:ext>
            </a:extLst>
          </p:cNvPr>
          <p:cNvSpPr>
            <a:spLocks noGrp="1"/>
          </p:cNvSpPr>
          <p:nvPr/>
        </p:nvSpPr>
        <p:spPr>
          <a:xfrm>
            <a:off x="1123950" y="3419475"/>
            <a:ext cx="76200" cy="76200"/>
          </a:xfrm>
          <a:prstGeom prst="rect">
            <a:avLst/>
          </a:prstGeom>
          <a:solidFill>
            <a:srgbClr val="6A4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1">
            <a:extLst>
              <a:ext uri="{FF2B5EF4-FFF2-40B4-BE49-F238E27FC236}">
                <ns2:creationId id="{2C3C3591-AEEE-4176-B27B-893790A2922D}"/>
              </a:ext>
            </a:extLst>
          </p:cNvPr>
          <p:cNvSpPr>
            <a:spLocks noGrp="1"/>
          </p:cNvSpPr>
          <p:nvPr/>
        </p:nvSpPr>
        <p:spPr>
          <a:xfrm>
            <a:off x="1314450" y="3333750"/>
            <a:ext cx="6286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ML classification plus attachment scanning</a:t>
            </a:r>
          </a:p>
        </p:txBody>
      </p:sp>
      <p:sp>
        <p:nvSpPr>
          <p:cNvPr id="14" name="Rectangle 12">
            <a:extLst>
              <a:ext uri="{FF2B5EF4-FFF2-40B4-BE49-F238E27FC236}">
                <ns2:creationId id="{4AAFA9B2-FE89-4DD8-B700-C6DA3FFB5B37}"/>
              </a:ext>
            </a:extLst>
          </p:cNvPr>
          <p:cNvSpPr>
            <a:spLocks noGrp="1"/>
          </p:cNvSpPr>
          <p:nvPr/>
        </p:nvSpPr>
        <p:spPr>
          <a:xfrm>
            <a:off x="1123950" y="3971925"/>
            <a:ext cx="76200" cy="76200"/>
          </a:xfrm>
          <a:prstGeom prst="rect">
            <a:avLst/>
          </a:prstGeom>
          <a:solidFill>
            <a:srgbClr val="6A4D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3">
            <a:extLst>
              <a:ext uri="{FF2B5EF4-FFF2-40B4-BE49-F238E27FC236}">
                <ns2:creationId id="{0CF624B4-1652-4F33-B8F5-C247E4C544D2}"/>
              </a:ext>
            </a:extLst>
          </p:cNvPr>
          <p:cNvSpPr>
            <a:spLocks noGrp="1"/>
          </p:cNvSpPr>
          <p:nvPr/>
        </p:nvSpPr>
        <p:spPr>
          <a:xfrm>
            <a:off x="1314450" y="3886200"/>
            <a:ext cx="7239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Authenticated user/admin review with audit records</a:t>
            </a:r>
          </a:p>
        </p:txBody>
      </p:sp>
      <p:sp>
        <p:nvSpPr>
          <p:cNvPr id="16" name="Rectangle 14">
            <a:extLst>
              <a:ext uri="{FF2B5EF4-FFF2-40B4-BE49-F238E27FC236}">
                <ns2:creationId id="{8623C499-B060-4973-86DB-6EB5D04C1E9D}"/>
              </a:ext>
            </a:extLst>
          </p:cNvPr>
          <p:cNvSpPr>
            <a:spLocks noGrp="1"/>
          </p:cNvSpPr>
          <p:nvPr/>
        </p:nvSpPr>
        <p:spPr>
          <a:xfrm>
            <a:off x="1123950" y="4953000"/>
            <a:ext cx="7620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9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069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Andreescu Ovidiu-Ștefan · Anghelea Andrei · Sîrbu-Boeți Eduard-Cristian</a:t>
            </a:r>
          </a:p>
        </p:txBody>
      </p:sp>
      <p:sp>
        <p:nvSpPr>
          <p:cNvPr id="17" name="Rectangle 15">
            <a:extLst>
              <a:ext uri="{FF2B5EF4-FFF2-40B4-BE49-F238E27FC236}">
                <ns2:creationId id="{7213B028-0AE9-40D9-809B-E69E1D3941B9}"/>
              </a:ext>
            </a:extLst>
          </p:cNvPr>
          <p:cNvSpPr>
            <a:spLocks noGrp="1"/>
          </p:cNvSpPr>
          <p:nvPr/>
        </p:nvSpPr>
        <p:spPr>
          <a:xfrm>
            <a:off x="1123950" y="5295900"/>
            <a:ext cx="533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FILS · IOT 1241EC · POLITEHNICA Bucharest</a:t>
            </a:r>
          </a:p>
        </p:txBody>
      </p:sp>
      <p:sp>
        <p:nvSpPr>
          <p:cNvPr id="18" name="Rectangle 16">
            <a:extLst>
              <a:ext uri="{FF2B5EF4-FFF2-40B4-BE49-F238E27FC236}">
                <ns2:creationId id="{ED336015-73BA-41E9-83C1-2080DE3F1E31}"/>
              </a:ext>
            </a:extLst>
          </p:cNvPr>
          <p:cNvSpPr>
            <a:spLocks noGrp="1"/>
          </p:cNvSpPr>
          <p:nvPr/>
        </p:nvSpPr>
        <p:spPr>
          <a:xfrm>
            <a:off x="1123950" y="5581650"/>
            <a:ext cx="590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3D4B6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D4B63"/>
                </a:solidFill>
                <a:latin typeface="Aptos"/>
                <a:ea typeface="Aptos"/>
                <a:cs typeface="Aptos"/>
              </a:rPr>
              <a:t>Coordinator: Prof. dr. ing. Andrei VASILĂŢEANU, DILS</a:t>
            </a:r>
          </a:p>
        </p:txBody>
      </p:sp>
    </p:spTree>
    <p:extLst>
      <p:ext uri="{BB962C8B-B14F-4D97-AF65-F5344CB8AC3E}">
        <ns3:creationId val="15885904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2026-05-18T07:45:40.0050000Z</dcterms:created>
  <dcterms:modified xsi:type="dcterms:W3CDTF">2026-05-18T07:45:40.0050000Z</dcterms:modified>
</coreProperties>
</file>